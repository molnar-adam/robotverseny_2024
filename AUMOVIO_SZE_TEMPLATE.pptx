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3"/>
  </p:notesMasterIdLst>
  <p:sldIdLst>
    <p:sldId id="665" r:id="rId5"/>
    <p:sldId id="670" r:id="rId6"/>
    <p:sldId id="663" r:id="rId7"/>
    <p:sldId id="668" r:id="rId8"/>
    <p:sldId id="666" r:id="rId9"/>
    <p:sldId id="667" r:id="rId10"/>
    <p:sldId id="669" r:id="rId11"/>
    <p:sldId id="661" r:id="rId12"/>
  </p:sldIdLst>
  <p:sldSz cx="12192000" cy="6858000"/>
  <p:notesSz cx="6858000" cy="9144000"/>
  <p:embeddedFontLst>
    <p:embeddedFont>
      <p:font typeface="AUMOVIO Office" panose="020B0802040504020204" charset="-18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A1"/>
    <a:srgbClr val="18A9E7"/>
    <a:srgbClr val="4827AF"/>
    <a:srgbClr val="FF4208"/>
    <a:srgbClr val="787878"/>
    <a:srgbClr val="F0F0F0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86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asz, Andras Laszlo" userId="398c3676-b3e7-4b24-a2a1-cf33b1391fc7" providerId="ADAL" clId="{8A38281F-6DFA-43ED-9D63-8C1A95A38C4D}"/>
    <pc:docChg chg="custSel modSld">
      <pc:chgData name="Vadasz, Andras Laszlo" userId="398c3676-b3e7-4b24-a2a1-cf33b1391fc7" providerId="ADAL" clId="{8A38281F-6DFA-43ED-9D63-8C1A95A38C4D}" dt="2026-04-20T14:38:34.326" v="1" actId="478"/>
      <pc:docMkLst>
        <pc:docMk/>
      </pc:docMkLst>
      <pc:sldChg chg="delSp mod">
        <pc:chgData name="Vadasz, Andras Laszlo" userId="398c3676-b3e7-4b24-a2a1-cf33b1391fc7" providerId="ADAL" clId="{8A38281F-6DFA-43ED-9D63-8C1A95A38C4D}" dt="2026-04-20T14:38:34.326" v="1" actId="478"/>
        <pc:sldMkLst>
          <pc:docMk/>
          <pc:sldMk cId="3322047103" sldId="654"/>
        </pc:sldMkLst>
        <pc:spChg chg="del">
          <ac:chgData name="Vadasz, Andras Laszlo" userId="398c3676-b3e7-4b24-a2a1-cf33b1391fc7" providerId="ADAL" clId="{8A38281F-6DFA-43ED-9D63-8C1A95A38C4D}" dt="2026-04-20T14:38:34.326" v="1" actId="478"/>
          <ac:spMkLst>
            <pc:docMk/>
            <pc:sldMk cId="3322047103" sldId="654"/>
            <ac:spMk id="5" creationId="{965346F6-A973-4D63-9B66-4857EEF77582}"/>
          </ac:spMkLst>
        </pc:spChg>
        <pc:picChg chg="del">
          <ac:chgData name="Vadasz, Andras Laszlo" userId="398c3676-b3e7-4b24-a2a1-cf33b1391fc7" providerId="ADAL" clId="{8A38281F-6DFA-43ED-9D63-8C1A95A38C4D}" dt="2026-04-20T14:38:31.373" v="0" actId="478"/>
          <ac:picMkLst>
            <pc:docMk/>
            <pc:sldMk cId="3322047103" sldId="654"/>
            <ac:picMk id="2" creationId="{D31260E2-E67B-F7C9-9F49-110F27AFCA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UMOVIO Office" panose="020B05020405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UMOVIO Office" panose="020B0502040504020204" pitchFamily="34" charset="0"/>
              </a:defRPr>
            </a:lvl1pPr>
          </a:lstStyle>
          <a:p>
            <a:fld id="{591C226C-1D1A-A14F-B94F-D5036FCDC30B}" type="datetimeFigureOut">
              <a:rPr lang="de-DE"/>
              <a:pPr/>
              <a:t>26.04.2026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UMOVIO Office" panose="020B05020405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UMOVIO Office" panose="020B0502040504020204" pitchFamily="34" charset="0"/>
              </a:defRPr>
            </a:lvl1pPr>
          </a:lstStyle>
          <a:p>
            <a:fld id="{5C66A333-86DE-F94D-AC27-E81CF303670A}" type="slidenum">
              <a:rPr lang="de-DE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71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UMOVIO Office" panose="020B050204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22715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22714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r>
              <a:rPr lang="en-US" noProof="0" dirty="0"/>
              <a:t>Business Area or Enabling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F4A5729-DD57-1231-7F18-D280F49E1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6580"/>
            <a:ext cx="6428390" cy="358776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407494239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gradien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8412"/>
            <a:ext cx="11522075" cy="1802045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70 pt., regular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3176588"/>
            <a:ext cx="11522075" cy="1160895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30 point, regular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791FD8EC-3B7B-4102-01D0-C49D65B19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10954004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 dirty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A7CDC07D-717C-288E-E1D7-153D0CC3A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D9BA63D-8523-9335-AD85-3811E7509529}"/>
              </a:ext>
            </a:extLst>
          </p:cNvPr>
          <p:cNvSpPr/>
          <p:nvPr userDrawn="1"/>
        </p:nvSpPr>
        <p:spPr>
          <a:xfrm>
            <a:off x="896470" y="224118"/>
            <a:ext cx="2294965" cy="528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8A9D724-C3E6-2412-508E-F244AF655BCA}"/>
              </a:ext>
            </a:extLst>
          </p:cNvPr>
          <p:cNvSpPr/>
          <p:nvPr userDrawn="1"/>
        </p:nvSpPr>
        <p:spPr>
          <a:xfrm>
            <a:off x="233082" y="224118"/>
            <a:ext cx="663389" cy="528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/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117973602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 userDrawn="1">
          <p15:clr>
            <a:srgbClr val="FBAE40"/>
          </p15:clr>
        </p15:guide>
        <p15:guide id="4" orient="horz" pos="293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big picture) 0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8478180D-4E39-FD9C-F53A-3CCA0B8BD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2948099 w 12191999"/>
              <a:gd name="connsiteY0" fmla="*/ 387177 h 6857999"/>
              <a:gd name="connsiteX1" fmla="*/ 3060726 w 12191999"/>
              <a:gd name="connsiteY1" fmla="*/ 503025 h 6857999"/>
              <a:gd name="connsiteX2" fmla="*/ 2948099 w 12191999"/>
              <a:gd name="connsiteY2" fmla="*/ 618873 h 6857999"/>
              <a:gd name="connsiteX3" fmla="*/ 2835930 w 12191999"/>
              <a:gd name="connsiteY3" fmla="*/ 503025 h 6857999"/>
              <a:gd name="connsiteX4" fmla="*/ 2948099 w 12191999"/>
              <a:gd name="connsiteY4" fmla="*/ 387177 h 6857999"/>
              <a:gd name="connsiteX5" fmla="*/ 2174819 w 12191999"/>
              <a:gd name="connsiteY5" fmla="*/ 387177 h 6857999"/>
              <a:gd name="connsiteX6" fmla="*/ 2287446 w 12191999"/>
              <a:gd name="connsiteY6" fmla="*/ 503025 h 6857999"/>
              <a:gd name="connsiteX7" fmla="*/ 2174819 w 12191999"/>
              <a:gd name="connsiteY7" fmla="*/ 618873 h 6857999"/>
              <a:gd name="connsiteX8" fmla="*/ 2062650 w 12191999"/>
              <a:gd name="connsiteY8" fmla="*/ 503025 h 6857999"/>
              <a:gd name="connsiteX9" fmla="*/ 2174819 w 12191999"/>
              <a:gd name="connsiteY9" fmla="*/ 387177 h 6857999"/>
              <a:gd name="connsiteX10" fmla="*/ 1098875 w 12191999"/>
              <a:gd name="connsiteY10" fmla="*/ 366889 h 6857999"/>
              <a:gd name="connsiteX11" fmla="*/ 1103433 w 12191999"/>
              <a:gd name="connsiteY11" fmla="*/ 366889 h 6857999"/>
              <a:gd name="connsiteX12" fmla="*/ 1159518 w 12191999"/>
              <a:gd name="connsiteY12" fmla="*/ 542690 h 6857999"/>
              <a:gd name="connsiteX13" fmla="*/ 1043699 w 12191999"/>
              <a:gd name="connsiteY13" fmla="*/ 542690 h 6857999"/>
              <a:gd name="connsiteX14" fmla="*/ 2680793 w 12191999"/>
              <a:gd name="connsiteY14" fmla="*/ 345253 h 6857999"/>
              <a:gd name="connsiteX15" fmla="*/ 2680793 w 12191999"/>
              <a:gd name="connsiteY15" fmla="*/ 660792 h 6857999"/>
              <a:gd name="connsiteX16" fmla="*/ 2735512 w 12191999"/>
              <a:gd name="connsiteY16" fmla="*/ 660792 h 6857999"/>
              <a:gd name="connsiteX17" fmla="*/ 2735512 w 12191999"/>
              <a:gd name="connsiteY17" fmla="*/ 345253 h 6857999"/>
              <a:gd name="connsiteX18" fmla="*/ 2348643 w 12191999"/>
              <a:gd name="connsiteY18" fmla="*/ 345253 h 6857999"/>
              <a:gd name="connsiteX19" fmla="*/ 2452605 w 12191999"/>
              <a:gd name="connsiteY19" fmla="*/ 660792 h 6857999"/>
              <a:gd name="connsiteX20" fmla="*/ 2546988 w 12191999"/>
              <a:gd name="connsiteY20" fmla="*/ 660792 h 6857999"/>
              <a:gd name="connsiteX21" fmla="*/ 2652322 w 12191999"/>
              <a:gd name="connsiteY21" fmla="*/ 345253 h 6857999"/>
              <a:gd name="connsiteX22" fmla="*/ 2593956 w 12191999"/>
              <a:gd name="connsiteY22" fmla="*/ 345253 h 6857999"/>
              <a:gd name="connsiteX23" fmla="*/ 2502306 w 12191999"/>
              <a:gd name="connsiteY23" fmla="*/ 639155 h 6857999"/>
              <a:gd name="connsiteX24" fmla="*/ 2497744 w 12191999"/>
              <a:gd name="connsiteY24" fmla="*/ 639155 h 6857999"/>
              <a:gd name="connsiteX25" fmla="*/ 2407008 w 12191999"/>
              <a:gd name="connsiteY25" fmla="*/ 345253 h 6857999"/>
              <a:gd name="connsiteX26" fmla="*/ 1600442 w 12191999"/>
              <a:gd name="connsiteY26" fmla="*/ 345252 h 6857999"/>
              <a:gd name="connsiteX27" fmla="*/ 1600442 w 12191999"/>
              <a:gd name="connsiteY27" fmla="*/ 660792 h 6857999"/>
              <a:gd name="connsiteX28" fmla="*/ 1655162 w 12191999"/>
              <a:gd name="connsiteY28" fmla="*/ 660792 h 6857999"/>
              <a:gd name="connsiteX29" fmla="*/ 1655162 w 12191999"/>
              <a:gd name="connsiteY29" fmla="*/ 366889 h 6857999"/>
              <a:gd name="connsiteX30" fmla="*/ 1660638 w 12191999"/>
              <a:gd name="connsiteY30" fmla="*/ 366889 h 6857999"/>
              <a:gd name="connsiteX31" fmla="*/ 1732227 w 12191999"/>
              <a:gd name="connsiteY31" fmla="*/ 660792 h 6857999"/>
              <a:gd name="connsiteX32" fmla="*/ 1826610 w 12191999"/>
              <a:gd name="connsiteY32" fmla="*/ 660792 h 6857999"/>
              <a:gd name="connsiteX33" fmla="*/ 1901847 w 12191999"/>
              <a:gd name="connsiteY33" fmla="*/ 366889 h 6857999"/>
              <a:gd name="connsiteX34" fmla="*/ 1907323 w 12191999"/>
              <a:gd name="connsiteY34" fmla="*/ 366889 h 6857999"/>
              <a:gd name="connsiteX35" fmla="*/ 1907323 w 12191999"/>
              <a:gd name="connsiteY35" fmla="*/ 660792 h 6857999"/>
              <a:gd name="connsiteX36" fmla="*/ 1962042 w 12191999"/>
              <a:gd name="connsiteY36" fmla="*/ 660792 h 6857999"/>
              <a:gd name="connsiteX37" fmla="*/ 1962042 w 12191999"/>
              <a:gd name="connsiteY37" fmla="*/ 345252 h 6857999"/>
              <a:gd name="connsiteX38" fmla="*/ 1858982 w 12191999"/>
              <a:gd name="connsiteY38" fmla="*/ 345252 h 6857999"/>
              <a:gd name="connsiteX39" fmla="*/ 1782386 w 12191999"/>
              <a:gd name="connsiteY39" fmla="*/ 639155 h 6857999"/>
              <a:gd name="connsiteX40" fmla="*/ 1777825 w 12191999"/>
              <a:gd name="connsiteY40" fmla="*/ 639155 h 6857999"/>
              <a:gd name="connsiteX41" fmla="*/ 1708508 w 12191999"/>
              <a:gd name="connsiteY41" fmla="*/ 345252 h 6857999"/>
              <a:gd name="connsiteX42" fmla="*/ 1280078 w 12191999"/>
              <a:gd name="connsiteY42" fmla="*/ 345252 h 6857999"/>
              <a:gd name="connsiteX43" fmla="*/ 1280078 w 12191999"/>
              <a:gd name="connsiteY43" fmla="*/ 540887 h 6857999"/>
              <a:gd name="connsiteX44" fmla="*/ 1411402 w 12191999"/>
              <a:gd name="connsiteY44" fmla="*/ 668454 h 6857999"/>
              <a:gd name="connsiteX45" fmla="*/ 1543639 w 12191999"/>
              <a:gd name="connsiteY45" fmla="*/ 540887 h 6857999"/>
              <a:gd name="connsiteX46" fmla="*/ 1543639 w 12191999"/>
              <a:gd name="connsiteY46" fmla="*/ 345252 h 6857999"/>
              <a:gd name="connsiteX47" fmla="*/ 1488920 w 12191999"/>
              <a:gd name="connsiteY47" fmla="*/ 345252 h 6857999"/>
              <a:gd name="connsiteX48" fmla="*/ 1488920 w 12191999"/>
              <a:gd name="connsiteY48" fmla="*/ 537280 h 6857999"/>
              <a:gd name="connsiteX49" fmla="*/ 1411858 w 12191999"/>
              <a:gd name="connsiteY49" fmla="*/ 619320 h 6857999"/>
              <a:gd name="connsiteX50" fmla="*/ 1334800 w 12191999"/>
              <a:gd name="connsiteY50" fmla="*/ 537280 h 6857999"/>
              <a:gd name="connsiteX51" fmla="*/ 1334800 w 12191999"/>
              <a:gd name="connsiteY51" fmla="*/ 345252 h 6857999"/>
              <a:gd name="connsiteX52" fmla="*/ 1052362 w 12191999"/>
              <a:gd name="connsiteY52" fmla="*/ 345252 h 6857999"/>
              <a:gd name="connsiteX53" fmla="*/ 948856 w 12191999"/>
              <a:gd name="connsiteY53" fmla="*/ 660791 h 6857999"/>
              <a:gd name="connsiteX54" fmla="*/ 1006764 w 12191999"/>
              <a:gd name="connsiteY54" fmla="*/ 660791 h 6857999"/>
              <a:gd name="connsiteX55" fmla="*/ 1030023 w 12191999"/>
              <a:gd name="connsiteY55" fmla="*/ 586414 h 6857999"/>
              <a:gd name="connsiteX56" fmla="*/ 1173199 w 12191999"/>
              <a:gd name="connsiteY56" fmla="*/ 586414 h 6857999"/>
              <a:gd name="connsiteX57" fmla="*/ 1196909 w 12191999"/>
              <a:gd name="connsiteY57" fmla="*/ 660791 h 6857999"/>
              <a:gd name="connsiteX58" fmla="*/ 1254821 w 12191999"/>
              <a:gd name="connsiteY58" fmla="*/ 660791 h 6857999"/>
              <a:gd name="connsiteX59" fmla="*/ 1151769 w 12191999"/>
              <a:gd name="connsiteY59" fmla="*/ 345252 h 6857999"/>
              <a:gd name="connsiteX60" fmla="*/ 2948099 w 12191999"/>
              <a:gd name="connsiteY60" fmla="*/ 337142 h 6857999"/>
              <a:gd name="connsiteX61" fmla="*/ 2779395 w 12191999"/>
              <a:gd name="connsiteY61" fmla="*/ 503025 h 6857999"/>
              <a:gd name="connsiteX62" fmla="*/ 2948099 w 12191999"/>
              <a:gd name="connsiteY62" fmla="*/ 668909 h 6857999"/>
              <a:gd name="connsiteX63" fmla="*/ 3117274 w 12191999"/>
              <a:gd name="connsiteY63" fmla="*/ 503025 h 6857999"/>
              <a:gd name="connsiteX64" fmla="*/ 2948099 w 12191999"/>
              <a:gd name="connsiteY64" fmla="*/ 337142 h 6857999"/>
              <a:gd name="connsiteX65" fmla="*/ 2174819 w 12191999"/>
              <a:gd name="connsiteY65" fmla="*/ 337141 h 6857999"/>
              <a:gd name="connsiteX66" fmla="*/ 2006102 w 12191999"/>
              <a:gd name="connsiteY66" fmla="*/ 503025 h 6857999"/>
              <a:gd name="connsiteX67" fmla="*/ 2174819 w 12191999"/>
              <a:gd name="connsiteY67" fmla="*/ 668909 h 6857999"/>
              <a:gd name="connsiteX68" fmla="*/ 2343994 w 12191999"/>
              <a:gd name="connsiteY68" fmla="*/ 503025 h 6857999"/>
              <a:gd name="connsiteX69" fmla="*/ 2174819 w 12191999"/>
              <a:gd name="connsiteY69" fmla="*/ 337141 h 6857999"/>
              <a:gd name="connsiteX70" fmla="*/ 551025 w 12191999"/>
              <a:gd name="connsiteY70" fmla="*/ 333374 h 6857999"/>
              <a:gd name="connsiteX71" fmla="*/ 519172 w 12191999"/>
              <a:gd name="connsiteY71" fmla="*/ 355652 h 6857999"/>
              <a:gd name="connsiteX72" fmla="*/ 340157 w 12191999"/>
              <a:gd name="connsiteY72" fmla="*/ 635324 h 6857999"/>
              <a:gd name="connsiteX73" fmla="*/ 334963 w 12191999"/>
              <a:gd name="connsiteY73" fmla="*/ 651775 h 6857999"/>
              <a:gd name="connsiteX74" fmla="*/ 369589 w 12191999"/>
              <a:gd name="connsiteY74" fmla="*/ 672681 h 6857999"/>
              <a:gd name="connsiteX75" fmla="*/ 643141 w 12191999"/>
              <a:gd name="connsiteY75" fmla="*/ 522596 h 6857999"/>
              <a:gd name="connsiteX76" fmla="*/ 648863 w 12191999"/>
              <a:gd name="connsiteY76" fmla="*/ 519443 h 6857999"/>
              <a:gd name="connsiteX77" fmla="*/ 668407 w 12191999"/>
              <a:gd name="connsiteY77" fmla="*/ 566090 h 6857999"/>
              <a:gd name="connsiteX78" fmla="*/ 780247 w 12191999"/>
              <a:gd name="connsiteY78" fmla="*/ 672681 h 6857999"/>
              <a:gd name="connsiteX79" fmla="*/ 823876 w 12191999"/>
              <a:gd name="connsiteY79" fmla="*/ 672681 h 6857999"/>
              <a:gd name="connsiteX80" fmla="*/ 845690 w 12191999"/>
              <a:gd name="connsiteY80" fmla="*/ 651775 h 6857999"/>
              <a:gd name="connsiteX81" fmla="*/ 843266 w 12191999"/>
              <a:gd name="connsiteY81" fmla="*/ 642863 h 6857999"/>
              <a:gd name="connsiteX82" fmla="*/ 768823 w 12191999"/>
              <a:gd name="connsiteY82" fmla="*/ 529418 h 6857999"/>
              <a:gd name="connsiteX83" fmla="*/ 712034 w 12191999"/>
              <a:gd name="connsiteY83" fmla="*/ 494802 h 6857999"/>
              <a:gd name="connsiteX84" fmla="*/ 679710 w 12191999"/>
              <a:gd name="connsiteY84" fmla="*/ 502446 h 6857999"/>
              <a:gd name="connsiteX85" fmla="*/ 648863 w 12191999"/>
              <a:gd name="connsiteY85" fmla="*/ 519443 h 6857999"/>
              <a:gd name="connsiteX86" fmla="*/ 582536 w 12191999"/>
              <a:gd name="connsiteY86" fmla="*/ 361136 h 6857999"/>
              <a:gd name="connsiteX87" fmla="*/ 551025 w 12191999"/>
              <a:gd name="connsiteY87" fmla="*/ 333374 h 6857999"/>
              <a:gd name="connsiteX88" fmla="*/ 0 w 12191999"/>
              <a:gd name="connsiteY88" fmla="*/ 0 h 6857999"/>
              <a:gd name="connsiteX89" fmla="*/ 12191999 w 12191999"/>
              <a:gd name="connsiteY89" fmla="*/ 0 h 6857999"/>
              <a:gd name="connsiteX90" fmla="*/ 12191999 w 12191999"/>
              <a:gd name="connsiteY90" fmla="*/ 6857999 h 6857999"/>
              <a:gd name="connsiteX91" fmla="*/ 0 w 12191999"/>
              <a:gd name="connsiteY9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2191999" h="6857999">
                <a:moveTo>
                  <a:pt x="2948099" y="387177"/>
                </a:moveTo>
                <a:cubicBezTo>
                  <a:pt x="3011483" y="387177"/>
                  <a:pt x="3060726" y="436762"/>
                  <a:pt x="3060726" y="503025"/>
                </a:cubicBezTo>
                <a:cubicBezTo>
                  <a:pt x="3060726" y="568838"/>
                  <a:pt x="3011483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2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2" y="387177"/>
                  <a:pt x="2287446" y="436761"/>
                  <a:pt x="2287446" y="503025"/>
                </a:cubicBezTo>
                <a:cubicBezTo>
                  <a:pt x="2287446" y="568837"/>
                  <a:pt x="2238202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3"/>
                </a:moveTo>
                <a:lnTo>
                  <a:pt x="2680793" y="660792"/>
                </a:lnTo>
                <a:lnTo>
                  <a:pt x="2735512" y="660792"/>
                </a:lnTo>
                <a:lnTo>
                  <a:pt x="2735512" y="345253"/>
                </a:lnTo>
                <a:close/>
                <a:moveTo>
                  <a:pt x="2348643" y="345253"/>
                </a:moveTo>
                <a:lnTo>
                  <a:pt x="2452605" y="660792"/>
                </a:lnTo>
                <a:lnTo>
                  <a:pt x="2546988" y="660792"/>
                </a:lnTo>
                <a:lnTo>
                  <a:pt x="2652322" y="345253"/>
                </a:lnTo>
                <a:lnTo>
                  <a:pt x="2593956" y="345253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3"/>
                </a:lnTo>
                <a:close/>
                <a:moveTo>
                  <a:pt x="1600442" y="345252"/>
                </a:moveTo>
                <a:lnTo>
                  <a:pt x="1600442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8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3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2"/>
                </a:moveTo>
                <a:cubicBezTo>
                  <a:pt x="2851887" y="337142"/>
                  <a:pt x="2779395" y="408814"/>
                  <a:pt x="2779395" y="503025"/>
                </a:cubicBezTo>
                <a:cubicBezTo>
                  <a:pt x="2779395" y="597235"/>
                  <a:pt x="2851887" y="668909"/>
                  <a:pt x="2948099" y="668909"/>
                </a:cubicBezTo>
                <a:cubicBezTo>
                  <a:pt x="3044768" y="668909"/>
                  <a:pt x="3117274" y="597235"/>
                  <a:pt x="3117274" y="503025"/>
                </a:cubicBezTo>
                <a:cubicBezTo>
                  <a:pt x="3117274" y="408814"/>
                  <a:pt x="3044768" y="337142"/>
                  <a:pt x="2948099" y="337142"/>
                </a:cubicBezTo>
                <a:close/>
                <a:moveTo>
                  <a:pt x="2174819" y="337141"/>
                </a:moveTo>
                <a:cubicBezTo>
                  <a:pt x="2078607" y="337141"/>
                  <a:pt x="2006102" y="408814"/>
                  <a:pt x="2006102" y="503025"/>
                </a:cubicBezTo>
                <a:cubicBezTo>
                  <a:pt x="2006102" y="597235"/>
                  <a:pt x="2078607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4"/>
                </a:lnTo>
                <a:cubicBezTo>
                  <a:pt x="336695" y="640806"/>
                  <a:pt x="334963" y="645606"/>
                  <a:pt x="334963" y="651775"/>
                </a:cubicBezTo>
                <a:cubicBezTo>
                  <a:pt x="334963" y="665826"/>
                  <a:pt x="343966" y="672681"/>
                  <a:pt x="369589" y="672681"/>
                </a:cubicBezTo>
                <a:cubicBezTo>
                  <a:pt x="467492" y="672681"/>
                  <a:pt x="566175" y="572624"/>
                  <a:pt x="643141" y="522596"/>
                </a:cubicBezTo>
                <a:lnTo>
                  <a:pt x="648863" y="519443"/>
                </a:lnTo>
                <a:lnTo>
                  <a:pt x="668407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5" y="672681"/>
                  <a:pt x="845690" y="662057"/>
                  <a:pt x="845690" y="651775"/>
                </a:cubicBezTo>
                <a:cubicBezTo>
                  <a:pt x="845690" y="648689"/>
                  <a:pt x="844996" y="645606"/>
                  <a:pt x="843266" y="642863"/>
                </a:cubicBezTo>
                <a:lnTo>
                  <a:pt x="768823" y="529418"/>
                </a:lnTo>
                <a:cubicBezTo>
                  <a:pt x="752548" y="504741"/>
                  <a:pt x="732464" y="494802"/>
                  <a:pt x="712034" y="494802"/>
                </a:cubicBezTo>
                <a:cubicBezTo>
                  <a:pt x="702036" y="494802"/>
                  <a:pt x="691227" y="497582"/>
                  <a:pt x="679710" y="502446"/>
                </a:cubicBezTo>
                <a:lnTo>
                  <a:pt x="648863" y="519443"/>
                </a:lnTo>
                <a:lnTo>
                  <a:pt x="582536" y="361136"/>
                </a:lnTo>
                <a:cubicBezTo>
                  <a:pt x="574919" y="342971"/>
                  <a:pt x="564184" y="333374"/>
                  <a:pt x="551025" y="333374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noProof="0" dirty="0"/>
              <a:t> 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95E15B1F-2774-7216-B997-2C16D8223D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5212555" y="-121444"/>
            <a:ext cx="1766886" cy="12192000"/>
          </a:xfrm>
          <a:gradFill flip="none" rotWithShape="1">
            <a:gsLst>
              <a:gs pos="54000">
                <a:srgbClr val="000000">
                  <a:alpha val="17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7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9124082-09C9-A3F1-17CD-58A9B2949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" y="1"/>
            <a:ext cx="8940799" cy="4652962"/>
          </a:xfrm>
          <a:custGeom>
            <a:avLst/>
            <a:gdLst>
              <a:gd name="connsiteX0" fmla="*/ 2948099 w 8940799"/>
              <a:gd name="connsiteY0" fmla="*/ 387177 h 4652962"/>
              <a:gd name="connsiteX1" fmla="*/ 3060726 w 8940799"/>
              <a:gd name="connsiteY1" fmla="*/ 503025 h 4652962"/>
              <a:gd name="connsiteX2" fmla="*/ 2948099 w 8940799"/>
              <a:gd name="connsiteY2" fmla="*/ 618873 h 4652962"/>
              <a:gd name="connsiteX3" fmla="*/ 2835930 w 8940799"/>
              <a:gd name="connsiteY3" fmla="*/ 503025 h 4652962"/>
              <a:gd name="connsiteX4" fmla="*/ 2948099 w 8940799"/>
              <a:gd name="connsiteY4" fmla="*/ 387177 h 4652962"/>
              <a:gd name="connsiteX5" fmla="*/ 2174819 w 8940799"/>
              <a:gd name="connsiteY5" fmla="*/ 387177 h 4652962"/>
              <a:gd name="connsiteX6" fmla="*/ 2287446 w 8940799"/>
              <a:gd name="connsiteY6" fmla="*/ 503025 h 4652962"/>
              <a:gd name="connsiteX7" fmla="*/ 2174819 w 8940799"/>
              <a:gd name="connsiteY7" fmla="*/ 618873 h 4652962"/>
              <a:gd name="connsiteX8" fmla="*/ 2062650 w 8940799"/>
              <a:gd name="connsiteY8" fmla="*/ 503025 h 4652962"/>
              <a:gd name="connsiteX9" fmla="*/ 2174819 w 8940799"/>
              <a:gd name="connsiteY9" fmla="*/ 387177 h 4652962"/>
              <a:gd name="connsiteX10" fmla="*/ 1098875 w 8940799"/>
              <a:gd name="connsiteY10" fmla="*/ 366889 h 4652962"/>
              <a:gd name="connsiteX11" fmla="*/ 1103433 w 8940799"/>
              <a:gd name="connsiteY11" fmla="*/ 366889 h 4652962"/>
              <a:gd name="connsiteX12" fmla="*/ 1159518 w 8940799"/>
              <a:gd name="connsiteY12" fmla="*/ 542690 h 4652962"/>
              <a:gd name="connsiteX13" fmla="*/ 1043699 w 8940799"/>
              <a:gd name="connsiteY13" fmla="*/ 542690 h 4652962"/>
              <a:gd name="connsiteX14" fmla="*/ 2680793 w 8940799"/>
              <a:gd name="connsiteY14" fmla="*/ 345252 h 4652962"/>
              <a:gd name="connsiteX15" fmla="*/ 2680793 w 8940799"/>
              <a:gd name="connsiteY15" fmla="*/ 660792 h 4652962"/>
              <a:gd name="connsiteX16" fmla="*/ 2735513 w 8940799"/>
              <a:gd name="connsiteY16" fmla="*/ 660792 h 4652962"/>
              <a:gd name="connsiteX17" fmla="*/ 2735513 w 8940799"/>
              <a:gd name="connsiteY17" fmla="*/ 345252 h 4652962"/>
              <a:gd name="connsiteX18" fmla="*/ 2348643 w 8940799"/>
              <a:gd name="connsiteY18" fmla="*/ 345252 h 4652962"/>
              <a:gd name="connsiteX19" fmla="*/ 2452604 w 8940799"/>
              <a:gd name="connsiteY19" fmla="*/ 660792 h 4652962"/>
              <a:gd name="connsiteX20" fmla="*/ 2546987 w 8940799"/>
              <a:gd name="connsiteY20" fmla="*/ 660792 h 4652962"/>
              <a:gd name="connsiteX21" fmla="*/ 2652322 w 8940799"/>
              <a:gd name="connsiteY21" fmla="*/ 345252 h 4652962"/>
              <a:gd name="connsiteX22" fmla="*/ 2593956 w 8940799"/>
              <a:gd name="connsiteY22" fmla="*/ 345252 h 4652962"/>
              <a:gd name="connsiteX23" fmla="*/ 2502306 w 8940799"/>
              <a:gd name="connsiteY23" fmla="*/ 639155 h 4652962"/>
              <a:gd name="connsiteX24" fmla="*/ 2497744 w 8940799"/>
              <a:gd name="connsiteY24" fmla="*/ 639155 h 4652962"/>
              <a:gd name="connsiteX25" fmla="*/ 2407008 w 8940799"/>
              <a:gd name="connsiteY25" fmla="*/ 345252 h 4652962"/>
              <a:gd name="connsiteX26" fmla="*/ 1600441 w 8940799"/>
              <a:gd name="connsiteY26" fmla="*/ 345252 h 4652962"/>
              <a:gd name="connsiteX27" fmla="*/ 1600441 w 8940799"/>
              <a:gd name="connsiteY27" fmla="*/ 660792 h 4652962"/>
              <a:gd name="connsiteX28" fmla="*/ 1655162 w 8940799"/>
              <a:gd name="connsiteY28" fmla="*/ 660792 h 4652962"/>
              <a:gd name="connsiteX29" fmla="*/ 1655162 w 8940799"/>
              <a:gd name="connsiteY29" fmla="*/ 366889 h 4652962"/>
              <a:gd name="connsiteX30" fmla="*/ 1660638 w 8940799"/>
              <a:gd name="connsiteY30" fmla="*/ 366889 h 4652962"/>
              <a:gd name="connsiteX31" fmla="*/ 1732227 w 8940799"/>
              <a:gd name="connsiteY31" fmla="*/ 660792 h 4652962"/>
              <a:gd name="connsiteX32" fmla="*/ 1826610 w 8940799"/>
              <a:gd name="connsiteY32" fmla="*/ 660792 h 4652962"/>
              <a:gd name="connsiteX33" fmla="*/ 1901847 w 8940799"/>
              <a:gd name="connsiteY33" fmla="*/ 366889 h 4652962"/>
              <a:gd name="connsiteX34" fmla="*/ 1907323 w 8940799"/>
              <a:gd name="connsiteY34" fmla="*/ 366889 h 4652962"/>
              <a:gd name="connsiteX35" fmla="*/ 1907323 w 8940799"/>
              <a:gd name="connsiteY35" fmla="*/ 660792 h 4652962"/>
              <a:gd name="connsiteX36" fmla="*/ 1962042 w 8940799"/>
              <a:gd name="connsiteY36" fmla="*/ 660792 h 4652962"/>
              <a:gd name="connsiteX37" fmla="*/ 1962042 w 8940799"/>
              <a:gd name="connsiteY37" fmla="*/ 345252 h 4652962"/>
              <a:gd name="connsiteX38" fmla="*/ 1858982 w 8940799"/>
              <a:gd name="connsiteY38" fmla="*/ 345252 h 4652962"/>
              <a:gd name="connsiteX39" fmla="*/ 1782386 w 8940799"/>
              <a:gd name="connsiteY39" fmla="*/ 639155 h 4652962"/>
              <a:gd name="connsiteX40" fmla="*/ 1777825 w 8940799"/>
              <a:gd name="connsiteY40" fmla="*/ 639155 h 4652962"/>
              <a:gd name="connsiteX41" fmla="*/ 1708508 w 8940799"/>
              <a:gd name="connsiteY41" fmla="*/ 345252 h 4652962"/>
              <a:gd name="connsiteX42" fmla="*/ 1280078 w 8940799"/>
              <a:gd name="connsiteY42" fmla="*/ 345252 h 4652962"/>
              <a:gd name="connsiteX43" fmla="*/ 1280078 w 8940799"/>
              <a:gd name="connsiteY43" fmla="*/ 540887 h 4652962"/>
              <a:gd name="connsiteX44" fmla="*/ 1411402 w 8940799"/>
              <a:gd name="connsiteY44" fmla="*/ 668454 h 4652962"/>
              <a:gd name="connsiteX45" fmla="*/ 1543639 w 8940799"/>
              <a:gd name="connsiteY45" fmla="*/ 540887 h 4652962"/>
              <a:gd name="connsiteX46" fmla="*/ 1543639 w 8940799"/>
              <a:gd name="connsiteY46" fmla="*/ 345252 h 4652962"/>
              <a:gd name="connsiteX47" fmla="*/ 1488920 w 8940799"/>
              <a:gd name="connsiteY47" fmla="*/ 345252 h 4652962"/>
              <a:gd name="connsiteX48" fmla="*/ 1488920 w 8940799"/>
              <a:gd name="connsiteY48" fmla="*/ 537280 h 4652962"/>
              <a:gd name="connsiteX49" fmla="*/ 1411857 w 8940799"/>
              <a:gd name="connsiteY49" fmla="*/ 619320 h 4652962"/>
              <a:gd name="connsiteX50" fmla="*/ 1334800 w 8940799"/>
              <a:gd name="connsiteY50" fmla="*/ 537280 h 4652962"/>
              <a:gd name="connsiteX51" fmla="*/ 1334800 w 8940799"/>
              <a:gd name="connsiteY51" fmla="*/ 345252 h 4652962"/>
              <a:gd name="connsiteX52" fmla="*/ 1052362 w 8940799"/>
              <a:gd name="connsiteY52" fmla="*/ 345252 h 4652962"/>
              <a:gd name="connsiteX53" fmla="*/ 948856 w 8940799"/>
              <a:gd name="connsiteY53" fmla="*/ 660791 h 4652962"/>
              <a:gd name="connsiteX54" fmla="*/ 1006764 w 8940799"/>
              <a:gd name="connsiteY54" fmla="*/ 660791 h 4652962"/>
              <a:gd name="connsiteX55" fmla="*/ 1030022 w 8940799"/>
              <a:gd name="connsiteY55" fmla="*/ 586414 h 4652962"/>
              <a:gd name="connsiteX56" fmla="*/ 1173199 w 8940799"/>
              <a:gd name="connsiteY56" fmla="*/ 586414 h 4652962"/>
              <a:gd name="connsiteX57" fmla="*/ 1196909 w 8940799"/>
              <a:gd name="connsiteY57" fmla="*/ 660791 h 4652962"/>
              <a:gd name="connsiteX58" fmla="*/ 1254821 w 8940799"/>
              <a:gd name="connsiteY58" fmla="*/ 660791 h 4652962"/>
              <a:gd name="connsiteX59" fmla="*/ 1151769 w 8940799"/>
              <a:gd name="connsiteY59" fmla="*/ 345252 h 4652962"/>
              <a:gd name="connsiteX60" fmla="*/ 2948099 w 8940799"/>
              <a:gd name="connsiteY60" fmla="*/ 337141 h 4652962"/>
              <a:gd name="connsiteX61" fmla="*/ 2779394 w 8940799"/>
              <a:gd name="connsiteY61" fmla="*/ 503025 h 4652962"/>
              <a:gd name="connsiteX62" fmla="*/ 2948099 w 8940799"/>
              <a:gd name="connsiteY62" fmla="*/ 668909 h 4652962"/>
              <a:gd name="connsiteX63" fmla="*/ 3117273 w 8940799"/>
              <a:gd name="connsiteY63" fmla="*/ 503025 h 4652962"/>
              <a:gd name="connsiteX64" fmla="*/ 2948099 w 8940799"/>
              <a:gd name="connsiteY64" fmla="*/ 337141 h 4652962"/>
              <a:gd name="connsiteX65" fmla="*/ 2174819 w 8940799"/>
              <a:gd name="connsiteY65" fmla="*/ 337141 h 4652962"/>
              <a:gd name="connsiteX66" fmla="*/ 2006102 w 8940799"/>
              <a:gd name="connsiteY66" fmla="*/ 503025 h 4652962"/>
              <a:gd name="connsiteX67" fmla="*/ 2174819 w 8940799"/>
              <a:gd name="connsiteY67" fmla="*/ 668909 h 4652962"/>
              <a:gd name="connsiteX68" fmla="*/ 2343994 w 8940799"/>
              <a:gd name="connsiteY68" fmla="*/ 503025 h 4652962"/>
              <a:gd name="connsiteX69" fmla="*/ 2174819 w 8940799"/>
              <a:gd name="connsiteY69" fmla="*/ 337141 h 4652962"/>
              <a:gd name="connsiteX70" fmla="*/ 551025 w 8940799"/>
              <a:gd name="connsiteY70" fmla="*/ 333374 h 4652962"/>
              <a:gd name="connsiteX71" fmla="*/ 519172 w 8940799"/>
              <a:gd name="connsiteY71" fmla="*/ 355652 h 4652962"/>
              <a:gd name="connsiteX72" fmla="*/ 340157 w 8940799"/>
              <a:gd name="connsiteY72" fmla="*/ 635323 h 4652962"/>
              <a:gd name="connsiteX73" fmla="*/ 334963 w 8940799"/>
              <a:gd name="connsiteY73" fmla="*/ 651774 h 4652962"/>
              <a:gd name="connsiteX74" fmla="*/ 369588 w 8940799"/>
              <a:gd name="connsiteY74" fmla="*/ 672681 h 4652962"/>
              <a:gd name="connsiteX75" fmla="*/ 643140 w 8940799"/>
              <a:gd name="connsiteY75" fmla="*/ 522596 h 4652962"/>
              <a:gd name="connsiteX76" fmla="*/ 648862 w 8940799"/>
              <a:gd name="connsiteY76" fmla="*/ 519443 h 4652962"/>
              <a:gd name="connsiteX77" fmla="*/ 668406 w 8940799"/>
              <a:gd name="connsiteY77" fmla="*/ 566090 h 4652962"/>
              <a:gd name="connsiteX78" fmla="*/ 780247 w 8940799"/>
              <a:gd name="connsiteY78" fmla="*/ 672681 h 4652962"/>
              <a:gd name="connsiteX79" fmla="*/ 823876 w 8940799"/>
              <a:gd name="connsiteY79" fmla="*/ 672681 h 4652962"/>
              <a:gd name="connsiteX80" fmla="*/ 845690 w 8940799"/>
              <a:gd name="connsiteY80" fmla="*/ 651774 h 4652962"/>
              <a:gd name="connsiteX81" fmla="*/ 843265 w 8940799"/>
              <a:gd name="connsiteY81" fmla="*/ 642863 h 4652962"/>
              <a:gd name="connsiteX82" fmla="*/ 768822 w 8940799"/>
              <a:gd name="connsiteY82" fmla="*/ 529418 h 4652962"/>
              <a:gd name="connsiteX83" fmla="*/ 712034 w 8940799"/>
              <a:gd name="connsiteY83" fmla="*/ 494802 h 4652962"/>
              <a:gd name="connsiteX84" fmla="*/ 679710 w 8940799"/>
              <a:gd name="connsiteY84" fmla="*/ 502445 h 4652962"/>
              <a:gd name="connsiteX85" fmla="*/ 648862 w 8940799"/>
              <a:gd name="connsiteY85" fmla="*/ 519443 h 4652962"/>
              <a:gd name="connsiteX86" fmla="*/ 582535 w 8940799"/>
              <a:gd name="connsiteY86" fmla="*/ 361135 h 4652962"/>
              <a:gd name="connsiteX87" fmla="*/ 551025 w 8940799"/>
              <a:gd name="connsiteY87" fmla="*/ 333374 h 4652962"/>
              <a:gd name="connsiteX88" fmla="*/ 0 w 8940799"/>
              <a:gd name="connsiteY88" fmla="*/ 0 h 4652962"/>
              <a:gd name="connsiteX89" fmla="*/ 8940799 w 8940799"/>
              <a:gd name="connsiteY89" fmla="*/ 0 h 4652962"/>
              <a:gd name="connsiteX90" fmla="*/ 8940799 w 8940799"/>
              <a:gd name="connsiteY90" fmla="*/ 4652962 h 4652962"/>
              <a:gd name="connsiteX91" fmla="*/ 0 w 8940799"/>
              <a:gd name="connsiteY91" fmla="*/ 4652962 h 465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8940799" h="4652962">
                <a:moveTo>
                  <a:pt x="2948099" y="387177"/>
                </a:moveTo>
                <a:cubicBezTo>
                  <a:pt x="3011482" y="387177"/>
                  <a:pt x="3060726" y="436761"/>
                  <a:pt x="3060726" y="503025"/>
                </a:cubicBezTo>
                <a:cubicBezTo>
                  <a:pt x="3060726" y="568837"/>
                  <a:pt x="3011482" y="618873"/>
                  <a:pt x="2948099" y="618873"/>
                </a:cubicBezTo>
                <a:cubicBezTo>
                  <a:pt x="2884715" y="618873"/>
                  <a:pt x="2835930" y="569288"/>
                  <a:pt x="2835930" y="503025"/>
                </a:cubicBezTo>
                <a:cubicBezTo>
                  <a:pt x="2835930" y="436761"/>
                  <a:pt x="2884715" y="387177"/>
                  <a:pt x="2948099" y="387177"/>
                </a:cubicBezTo>
                <a:close/>
                <a:moveTo>
                  <a:pt x="2174819" y="387177"/>
                </a:moveTo>
                <a:cubicBezTo>
                  <a:pt x="2238203" y="387177"/>
                  <a:pt x="2287446" y="436761"/>
                  <a:pt x="2287446" y="503025"/>
                </a:cubicBezTo>
                <a:cubicBezTo>
                  <a:pt x="2287446" y="568837"/>
                  <a:pt x="2238203" y="618873"/>
                  <a:pt x="2174819" y="618873"/>
                </a:cubicBezTo>
                <a:cubicBezTo>
                  <a:pt x="2111437" y="618873"/>
                  <a:pt x="2062650" y="569287"/>
                  <a:pt x="2062650" y="503025"/>
                </a:cubicBezTo>
                <a:cubicBezTo>
                  <a:pt x="2062650" y="436761"/>
                  <a:pt x="2111437" y="387177"/>
                  <a:pt x="2174819" y="387177"/>
                </a:cubicBezTo>
                <a:close/>
                <a:moveTo>
                  <a:pt x="1098875" y="366889"/>
                </a:moveTo>
                <a:lnTo>
                  <a:pt x="1103433" y="366889"/>
                </a:lnTo>
                <a:lnTo>
                  <a:pt x="1159518" y="542690"/>
                </a:lnTo>
                <a:lnTo>
                  <a:pt x="1043699" y="542690"/>
                </a:lnTo>
                <a:close/>
                <a:moveTo>
                  <a:pt x="2680793" y="345252"/>
                </a:moveTo>
                <a:lnTo>
                  <a:pt x="2680793" y="660792"/>
                </a:lnTo>
                <a:lnTo>
                  <a:pt x="2735513" y="660792"/>
                </a:lnTo>
                <a:lnTo>
                  <a:pt x="2735513" y="345252"/>
                </a:lnTo>
                <a:close/>
                <a:moveTo>
                  <a:pt x="2348643" y="345252"/>
                </a:moveTo>
                <a:lnTo>
                  <a:pt x="2452604" y="660792"/>
                </a:lnTo>
                <a:lnTo>
                  <a:pt x="2546987" y="660792"/>
                </a:lnTo>
                <a:lnTo>
                  <a:pt x="2652322" y="345252"/>
                </a:lnTo>
                <a:lnTo>
                  <a:pt x="2593956" y="345252"/>
                </a:lnTo>
                <a:lnTo>
                  <a:pt x="2502306" y="639155"/>
                </a:lnTo>
                <a:lnTo>
                  <a:pt x="2497744" y="639155"/>
                </a:lnTo>
                <a:lnTo>
                  <a:pt x="2407008" y="345252"/>
                </a:lnTo>
                <a:close/>
                <a:moveTo>
                  <a:pt x="1600441" y="345252"/>
                </a:moveTo>
                <a:lnTo>
                  <a:pt x="1600441" y="660792"/>
                </a:lnTo>
                <a:lnTo>
                  <a:pt x="1655162" y="660792"/>
                </a:lnTo>
                <a:lnTo>
                  <a:pt x="1655162" y="366889"/>
                </a:lnTo>
                <a:lnTo>
                  <a:pt x="1660638" y="366889"/>
                </a:lnTo>
                <a:lnTo>
                  <a:pt x="1732227" y="660792"/>
                </a:lnTo>
                <a:lnTo>
                  <a:pt x="1826610" y="660792"/>
                </a:lnTo>
                <a:lnTo>
                  <a:pt x="1901847" y="366889"/>
                </a:lnTo>
                <a:lnTo>
                  <a:pt x="1907323" y="366889"/>
                </a:lnTo>
                <a:lnTo>
                  <a:pt x="1907323" y="660792"/>
                </a:lnTo>
                <a:lnTo>
                  <a:pt x="1962042" y="660792"/>
                </a:lnTo>
                <a:lnTo>
                  <a:pt x="1962042" y="345252"/>
                </a:lnTo>
                <a:lnTo>
                  <a:pt x="1858982" y="345252"/>
                </a:lnTo>
                <a:lnTo>
                  <a:pt x="1782386" y="639155"/>
                </a:lnTo>
                <a:lnTo>
                  <a:pt x="1777825" y="639155"/>
                </a:lnTo>
                <a:lnTo>
                  <a:pt x="1708508" y="345252"/>
                </a:lnTo>
                <a:close/>
                <a:moveTo>
                  <a:pt x="1280078" y="345252"/>
                </a:moveTo>
                <a:lnTo>
                  <a:pt x="1280078" y="540887"/>
                </a:lnTo>
                <a:cubicBezTo>
                  <a:pt x="1280078" y="621124"/>
                  <a:pt x="1327500" y="668454"/>
                  <a:pt x="1411402" y="668454"/>
                </a:cubicBezTo>
                <a:cubicBezTo>
                  <a:pt x="1496214" y="668454"/>
                  <a:pt x="1543639" y="621574"/>
                  <a:pt x="1543639" y="540887"/>
                </a:cubicBezTo>
                <a:lnTo>
                  <a:pt x="1543639" y="345252"/>
                </a:lnTo>
                <a:lnTo>
                  <a:pt x="1488920" y="345252"/>
                </a:lnTo>
                <a:lnTo>
                  <a:pt x="1488920" y="537280"/>
                </a:lnTo>
                <a:cubicBezTo>
                  <a:pt x="1488920" y="587766"/>
                  <a:pt x="1463387" y="619320"/>
                  <a:pt x="1411857" y="619320"/>
                </a:cubicBezTo>
                <a:cubicBezTo>
                  <a:pt x="1360331" y="619320"/>
                  <a:pt x="1334800" y="587766"/>
                  <a:pt x="1334800" y="537280"/>
                </a:cubicBezTo>
                <a:lnTo>
                  <a:pt x="1334800" y="345252"/>
                </a:lnTo>
                <a:close/>
                <a:moveTo>
                  <a:pt x="1052362" y="345252"/>
                </a:moveTo>
                <a:lnTo>
                  <a:pt x="948856" y="660791"/>
                </a:lnTo>
                <a:lnTo>
                  <a:pt x="1006764" y="660791"/>
                </a:lnTo>
                <a:lnTo>
                  <a:pt x="1030022" y="586414"/>
                </a:lnTo>
                <a:lnTo>
                  <a:pt x="1173199" y="586414"/>
                </a:lnTo>
                <a:lnTo>
                  <a:pt x="1196909" y="660791"/>
                </a:lnTo>
                <a:lnTo>
                  <a:pt x="1254821" y="660791"/>
                </a:lnTo>
                <a:lnTo>
                  <a:pt x="1151769" y="345252"/>
                </a:lnTo>
                <a:close/>
                <a:moveTo>
                  <a:pt x="2948099" y="337141"/>
                </a:moveTo>
                <a:cubicBezTo>
                  <a:pt x="2851887" y="337141"/>
                  <a:pt x="2779394" y="408814"/>
                  <a:pt x="2779394" y="503025"/>
                </a:cubicBezTo>
                <a:cubicBezTo>
                  <a:pt x="2779394" y="597235"/>
                  <a:pt x="2851887" y="668909"/>
                  <a:pt x="2948099" y="668909"/>
                </a:cubicBezTo>
                <a:cubicBezTo>
                  <a:pt x="3044768" y="668909"/>
                  <a:pt x="3117273" y="597235"/>
                  <a:pt x="3117273" y="503025"/>
                </a:cubicBezTo>
                <a:cubicBezTo>
                  <a:pt x="3117273" y="408814"/>
                  <a:pt x="3044768" y="337141"/>
                  <a:pt x="2948099" y="337141"/>
                </a:cubicBezTo>
                <a:close/>
                <a:moveTo>
                  <a:pt x="2174819" y="337141"/>
                </a:moveTo>
                <a:cubicBezTo>
                  <a:pt x="2078606" y="337141"/>
                  <a:pt x="2006102" y="408814"/>
                  <a:pt x="2006102" y="503025"/>
                </a:cubicBezTo>
                <a:cubicBezTo>
                  <a:pt x="2006102" y="597235"/>
                  <a:pt x="2078606" y="668909"/>
                  <a:pt x="2174819" y="668909"/>
                </a:cubicBezTo>
                <a:cubicBezTo>
                  <a:pt x="2271489" y="668909"/>
                  <a:pt x="2343994" y="597235"/>
                  <a:pt x="2343994" y="503025"/>
                </a:cubicBezTo>
                <a:cubicBezTo>
                  <a:pt x="2343994" y="408814"/>
                  <a:pt x="2271489" y="337141"/>
                  <a:pt x="2174819" y="337141"/>
                </a:cubicBezTo>
                <a:close/>
                <a:moveTo>
                  <a:pt x="551025" y="333374"/>
                </a:moveTo>
                <a:cubicBezTo>
                  <a:pt x="539254" y="333374"/>
                  <a:pt x="528519" y="340913"/>
                  <a:pt x="519172" y="355652"/>
                </a:cubicBezTo>
                <a:lnTo>
                  <a:pt x="340157" y="635323"/>
                </a:lnTo>
                <a:cubicBezTo>
                  <a:pt x="336694" y="640806"/>
                  <a:pt x="334963" y="645606"/>
                  <a:pt x="334963" y="651774"/>
                </a:cubicBezTo>
                <a:cubicBezTo>
                  <a:pt x="334963" y="665826"/>
                  <a:pt x="343965" y="672681"/>
                  <a:pt x="369588" y="672681"/>
                </a:cubicBezTo>
                <a:cubicBezTo>
                  <a:pt x="467492" y="672681"/>
                  <a:pt x="566175" y="572624"/>
                  <a:pt x="643140" y="522596"/>
                </a:cubicBezTo>
                <a:lnTo>
                  <a:pt x="648862" y="519443"/>
                </a:lnTo>
                <a:lnTo>
                  <a:pt x="668406" y="566090"/>
                </a:lnTo>
                <a:cubicBezTo>
                  <a:pt x="692298" y="622642"/>
                  <a:pt x="728655" y="672681"/>
                  <a:pt x="780247" y="672681"/>
                </a:cubicBezTo>
                <a:lnTo>
                  <a:pt x="823876" y="672681"/>
                </a:lnTo>
                <a:cubicBezTo>
                  <a:pt x="837724" y="672681"/>
                  <a:pt x="845690" y="662057"/>
                  <a:pt x="845690" y="651774"/>
                </a:cubicBezTo>
                <a:cubicBezTo>
                  <a:pt x="845690" y="648689"/>
                  <a:pt x="844995" y="645606"/>
                  <a:pt x="843265" y="642863"/>
                </a:cubicBezTo>
                <a:lnTo>
                  <a:pt x="768822" y="529418"/>
                </a:lnTo>
                <a:cubicBezTo>
                  <a:pt x="752548" y="504741"/>
                  <a:pt x="732463" y="494802"/>
                  <a:pt x="712034" y="494802"/>
                </a:cubicBezTo>
                <a:cubicBezTo>
                  <a:pt x="702036" y="494802"/>
                  <a:pt x="691226" y="497581"/>
                  <a:pt x="679710" y="502445"/>
                </a:cubicBezTo>
                <a:lnTo>
                  <a:pt x="648862" y="519443"/>
                </a:lnTo>
                <a:lnTo>
                  <a:pt x="582535" y="361135"/>
                </a:lnTo>
                <a:cubicBezTo>
                  <a:pt x="574918" y="342970"/>
                  <a:pt x="564183" y="333374"/>
                  <a:pt x="551025" y="333374"/>
                </a:cubicBezTo>
                <a:close/>
                <a:moveTo>
                  <a:pt x="0" y="0"/>
                </a:moveTo>
                <a:lnTo>
                  <a:pt x="8940799" y="0"/>
                </a:lnTo>
                <a:lnTo>
                  <a:pt x="8940799" y="4652962"/>
                </a:lnTo>
                <a:lnTo>
                  <a:pt x="0" y="465296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 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267026"/>
            <a:ext cx="8481778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70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3176588"/>
            <a:ext cx="8481778" cy="1160896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30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C805EA7A-6A3D-5DC1-4F46-474C4B7AB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8648" y="5860762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363343391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pos="5632" userDrawn="1">
          <p15:clr>
            <a:srgbClr val="FBAE40"/>
          </p15:clr>
        </p15:guide>
        <p15:guide id="4" orient="horz" pos="2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8" y="0"/>
            <a:ext cx="6024562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 dirty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" name="Textplatzhalter 19">
            <a:extLst>
              <a:ext uri="{FF2B5EF4-FFF2-40B4-BE49-F238E27FC236}">
                <a16:creationId xmlns:a16="http://schemas.microsoft.com/office/drawing/2014/main" id="{53A68F98-C9EE-ED7C-DD81-A181BBEC2A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300100854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orient="horz" pos="1661" userDrawn="1">
          <p15:clr>
            <a:srgbClr val="FBAE40"/>
          </p15:clr>
        </p15:guide>
        <p15:guide id="5" pos="379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331290A-7A68-D600-DD29-47AC0724E4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7439" y="0"/>
            <a:ext cx="6024561" cy="61658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 dirty="0"/>
              <a:t>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333374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1341438"/>
            <a:ext cx="5689599" cy="1077110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presentation</a:t>
            </a:r>
            <a:br>
              <a:rPr lang="en-US" noProof="0" dirty="0"/>
            </a:br>
            <a:r>
              <a:rPr lang="en-US" noProof="0" dirty="0"/>
              <a:t>in two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4" y="2636838"/>
            <a:ext cx="5689599" cy="539750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18 point, regular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2866DC99-4494-EFC6-AF87-4FF478E1F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4" y="5860762"/>
            <a:ext cx="4886981" cy="358776"/>
          </a:xfrm>
        </p:spPr>
        <p:txBody>
          <a:bodyPr anchor="b"/>
          <a:lstStyle>
            <a:lvl1pPr algn="l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</p:spTree>
    <p:extLst>
      <p:ext uri="{BB962C8B-B14F-4D97-AF65-F5344CB8AC3E}">
        <p14:creationId xmlns:p14="http://schemas.microsoft.com/office/powerpoint/2010/main" val="32229214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orient="horz" pos="1661" userDrawn="1">
          <p15:clr>
            <a:srgbClr val="FBAE40"/>
          </p15:clr>
        </p15:guide>
        <p15:guide id="5" pos="379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31579F21-5F91-69A7-117F-90F177F5A1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1CAC72A-FE0D-F920-D014-1019C08A3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0592" y="-9525"/>
            <a:ext cx="5991406" cy="4410075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accent3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/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rgbClr val="787878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7C3209BA-147A-9184-F6D7-763A59CD3C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47549-AF23-8FDD-538B-9E27677E4D79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Info: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 dirty="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4D8B18-1CB7-9424-DD64-F930DE3C25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17B8A-245A-5492-A89B-6E0F4AB8AC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8843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 userDrawn="1">
          <p15:clr>
            <a:srgbClr val="FBAE40"/>
          </p15:clr>
        </p15:guide>
        <p15:guide id="2" orient="horz" pos="343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(small picture) 0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A7B62-8C66-CC8A-87E4-1CB126AD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1" y="6216897"/>
            <a:ext cx="2317359" cy="3587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de-DE"/>
              <a:t>March 1, 2026</a:t>
            </a:r>
            <a:endParaRPr lang="en-US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3F119B-1ED4-6006-8489-848497F4FB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8648" y="6216896"/>
            <a:ext cx="6428390" cy="358776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Business Area or Enabling Function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4721193"/>
            <a:ext cx="11522075" cy="526746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presentation in one lines, 45 pt.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53A1DFD-3475-A459-700E-1408D1D17B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63" y="5465878"/>
            <a:ext cx="11522075" cy="519761"/>
          </a:xfr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Additional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noProof="0" dirty="0"/>
              <a:t>of presentation in two lines, 18 point, regular</a:t>
            </a:r>
          </a:p>
        </p:txBody>
      </p:sp>
      <p:sp>
        <p:nvSpPr>
          <p:cNvPr id="3" name="Textplatzhalter 19">
            <a:extLst>
              <a:ext uri="{FF2B5EF4-FFF2-40B4-BE49-F238E27FC236}">
                <a16:creationId xmlns:a16="http://schemas.microsoft.com/office/drawing/2014/main" id="{64ED25CE-745E-71B4-D9E3-A4E3D9298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8648" y="5995264"/>
            <a:ext cx="6428390" cy="224274"/>
          </a:xfrm>
        </p:spPr>
        <p:txBody>
          <a:bodyPr anchor="b"/>
          <a:lstStyle>
            <a:lvl1pPr algn="r">
              <a:defRPr b="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accent2"/>
                </a:solidFill>
                <a:latin typeface="+mn-lt"/>
              </a:defRPr>
            </a:lvl2pPr>
            <a:lvl3pPr>
              <a:defRPr>
                <a:solidFill>
                  <a:schemeClr val="accent2"/>
                </a:solidFill>
                <a:latin typeface="+mn-lt"/>
              </a:defRPr>
            </a:lvl3pPr>
            <a:lvl4pPr>
              <a:defRPr>
                <a:solidFill>
                  <a:schemeClr val="accent2"/>
                </a:solidFill>
                <a:latin typeface="+mn-lt"/>
              </a:defRPr>
            </a:lvl4pPr>
            <a:lvl5pPr>
              <a:defRPr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Organizational unit &amp; name of author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72E3D06-796F-886D-418D-9E1FBE9F46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963" y="2"/>
            <a:ext cx="11857036" cy="4400549"/>
          </a:xfrm>
          <a:custGeom>
            <a:avLst/>
            <a:gdLst>
              <a:gd name="connsiteX0" fmla="*/ 0 w 11857036"/>
              <a:gd name="connsiteY0" fmla="*/ 0 h 4400549"/>
              <a:gd name="connsiteX1" fmla="*/ 11857036 w 11857036"/>
              <a:gd name="connsiteY1" fmla="*/ 0 h 4400549"/>
              <a:gd name="connsiteX2" fmla="*/ 11857036 w 11857036"/>
              <a:gd name="connsiteY2" fmla="*/ 4400549 h 4400549"/>
              <a:gd name="connsiteX3" fmla="*/ 0 w 11857036"/>
              <a:gd name="connsiteY3" fmla="*/ 4400549 h 440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57036" h="4400549">
                <a:moveTo>
                  <a:pt x="0" y="0"/>
                </a:moveTo>
                <a:lnTo>
                  <a:pt x="11857036" y="0"/>
                </a:lnTo>
                <a:lnTo>
                  <a:pt x="11857036" y="4400549"/>
                </a:lnTo>
                <a:lnTo>
                  <a:pt x="0" y="44005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FBB727E-C9A8-CD25-4F2E-0601CA0BF2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0592" y="-9525"/>
            <a:ext cx="5991406" cy="4410075"/>
          </a:xfrm>
          <a:gradFill flip="none" rotWithShape="1">
            <a:gsLst>
              <a:gs pos="1400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0"/>
            <a:tileRect/>
          </a:grad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A2D363B-374B-25D5-AFE3-562FF87024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4727" y="335033"/>
            <a:ext cx="2788659" cy="339307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ECD35-9A71-0ECF-027F-79989BEA2075}"/>
              </a:ext>
            </a:extLst>
          </p:cNvPr>
          <p:cNvSpPr txBox="1"/>
          <p:nvPr userDrawn="1"/>
        </p:nvSpPr>
        <p:spPr>
          <a:xfrm>
            <a:off x="-3041253" y="0"/>
            <a:ext cx="2712643" cy="22574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Info:</a:t>
            </a:r>
          </a:p>
          <a:p>
            <a:r>
              <a:rPr lang="en-US" sz="1200" dirty="0">
                <a:solidFill>
                  <a:srgbClr val="FF0000"/>
                </a:solidFill>
              </a:rPr>
              <a:t>Please ensure that the logo remains clearly visible at all times. Adjust the background gradient as necessary (e.g., by lightening, darkening, or removing it) to maintain optimal logo visibility.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>
                <a:solidFill>
                  <a:srgbClr val="FF0000"/>
                </a:solidFill>
              </a:rPr>
              <a:t>Click on gradient &gt; Right Click</a:t>
            </a:r>
          </a:p>
          <a:p>
            <a:r>
              <a:rPr lang="en-US" sz="1200" dirty="0">
                <a:solidFill>
                  <a:srgbClr val="FF0000"/>
                </a:solidFill>
              </a:rPr>
              <a:t>&gt; Format Shape &gt; Fill &gt; Gradient Fill</a:t>
            </a: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A75276-DDFC-EA5E-16FE-C1E55ADB81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177907" y="2012012"/>
            <a:ext cx="1479678" cy="117634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1D71C9-FC21-F12D-EF4C-116F0668AF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04975" y="2016776"/>
            <a:ext cx="1479678" cy="342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1536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772" userDrawn="1">
          <p15:clr>
            <a:srgbClr val="FBAE40"/>
          </p15:clr>
        </p15:guide>
        <p15:guide id="2" orient="horz" pos="343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81491" y="15127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127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34" name="Textplatzhalter 8">
            <a:extLst>
              <a:ext uri="{FF2B5EF4-FFF2-40B4-BE49-F238E27FC236}">
                <a16:creationId xmlns:a16="http://schemas.microsoft.com/office/drawing/2014/main" id="{FE5694A8-1106-4877-D542-D35A66E0010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81491" y="212169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2</a:t>
            </a:r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4F54E7F5-157E-3405-BBDD-7F2F99B97FD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4963" y="21350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461003D4-1C01-4D60-B701-EFF3B932CC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81491" y="275063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3</a:t>
            </a: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D64E8A48-851B-B7EE-E229-C95AAB1011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4963" y="27573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9887CBA8-C190-27D3-A0BA-6CBFA30598A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381491" y="337725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4</a:t>
            </a:r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A7670571-7CB2-972D-9293-715EE4C990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4963" y="33796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03B7071A-ABF2-D58A-46E4-C0ADEF35E06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381491" y="4001938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5</a:t>
            </a: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5968CB0D-1603-491F-DDFA-68DD9D46E64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34963" y="40019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351D471E-E924-C143-9870-91BBAC5E819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381491" y="4618631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6</a:t>
            </a:r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0C9FBE99-FCAB-8B9D-133C-0D54BA90AE9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963" y="4624238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44" name="Textplatzhalter 8">
            <a:extLst>
              <a:ext uri="{FF2B5EF4-FFF2-40B4-BE49-F238E27FC236}">
                <a16:creationId xmlns:a16="http://schemas.microsoft.com/office/drawing/2014/main" id="{23DBAE38-A905-50F9-3CDB-827EF4F4FA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381491" y="5246536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7</a:t>
            </a: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26CF9BF5-7485-26A9-0CBC-0A68B2D096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4963" y="5246537"/>
            <a:ext cx="10876375" cy="298799"/>
          </a:xfrm>
        </p:spPr>
        <p:txBody>
          <a:bodyPr anchor="ctr"/>
          <a:lstStyle>
            <a:lvl1pPr>
              <a:lnSpc>
                <a:spcPct val="100000"/>
              </a:lnSpc>
              <a:defRPr sz="3000" b="0"/>
            </a:lvl1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</p:txBody>
      </p:sp>
      <p:sp>
        <p:nvSpPr>
          <p:cNvPr id="56" name="Textplatzhalter 55">
            <a:extLst>
              <a:ext uri="{FF2B5EF4-FFF2-40B4-BE49-F238E27FC236}">
                <a16:creationId xmlns:a16="http://schemas.microsoft.com/office/drawing/2014/main" id="{6556939C-01F2-839B-D3E9-928C39DDF67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6BDFF060-93FF-9318-741D-C878C88C206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70476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58" name="Textplatzhalter 55">
            <a:extLst>
              <a:ext uri="{FF2B5EF4-FFF2-40B4-BE49-F238E27FC236}">
                <a16:creationId xmlns:a16="http://schemas.microsoft.com/office/drawing/2014/main" id="{A3CBA179-5E42-4C38-F106-696B6A7EA6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1958482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59" name="Textplatzhalter 55">
            <a:extLst>
              <a:ext uri="{FF2B5EF4-FFF2-40B4-BE49-F238E27FC236}">
                <a16:creationId xmlns:a16="http://schemas.microsoft.com/office/drawing/2014/main" id="{DB4FE160-2C77-DF3C-8B98-B82C96F546B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582863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60" name="Textplatzhalter 55">
            <a:extLst>
              <a:ext uri="{FF2B5EF4-FFF2-40B4-BE49-F238E27FC236}">
                <a16:creationId xmlns:a16="http://schemas.microsoft.com/office/drawing/2014/main" id="{E4629828-70F4-A3E0-FD60-00ED65427D5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07244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61" name="Textplatzhalter 55">
            <a:extLst>
              <a:ext uri="{FF2B5EF4-FFF2-40B4-BE49-F238E27FC236}">
                <a16:creationId xmlns:a16="http://schemas.microsoft.com/office/drawing/2014/main" id="{BC29B5D1-B6FD-DD22-C982-C99FFC0E261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831625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62" name="Textplatzhalter 55">
            <a:extLst>
              <a:ext uri="{FF2B5EF4-FFF2-40B4-BE49-F238E27FC236}">
                <a16:creationId xmlns:a16="http://schemas.microsoft.com/office/drawing/2014/main" id="{391EF945-35F2-F296-FFDD-6637464BCAA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4456006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63" name="Textplatzhalter 55">
            <a:extLst>
              <a:ext uri="{FF2B5EF4-FFF2-40B4-BE49-F238E27FC236}">
                <a16:creationId xmlns:a16="http://schemas.microsoft.com/office/drawing/2014/main" id="{0231E966-DE33-B567-97C3-4C388DEC755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5080387"/>
            <a:ext cx="11520487" cy="10800"/>
          </a:xfrm>
          <a:solidFill>
            <a:srgbClr val="DCDCDC"/>
          </a:solidFill>
        </p:spPr>
        <p:txBody>
          <a:bodyPr wrap="none"/>
          <a:lstStyle>
            <a:lvl1pPr>
              <a:defRPr sz="3000"/>
            </a:lvl1pPr>
          </a:lstStyle>
          <a:p>
            <a:pPr lvl="0"/>
            <a:r>
              <a:rPr lang="en-US" noProof="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251156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D9A6C0B7-B99F-2D16-4611-3E08E396D4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9684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B2CECB4-1652-D4BC-65A1-E40AC4F17E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139" y="144569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13" name="Textplatzhalter 55">
            <a:extLst>
              <a:ext uri="{FF2B5EF4-FFF2-40B4-BE49-F238E27FC236}">
                <a16:creationId xmlns:a16="http://schemas.microsoft.com/office/drawing/2014/main" id="{381B5D72-8808-7F48-84A9-B71387CAF7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4" name="Textplatzhalter 55">
            <a:extLst>
              <a:ext uri="{FF2B5EF4-FFF2-40B4-BE49-F238E27FC236}">
                <a16:creationId xmlns:a16="http://schemas.microsoft.com/office/drawing/2014/main" id="{4632EF5C-99C0-14E9-BC7C-60EDF35E322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34963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5" name="Textplatzhalter 55">
            <a:extLst>
              <a:ext uri="{FF2B5EF4-FFF2-40B4-BE49-F238E27FC236}">
                <a16:creationId xmlns:a16="http://schemas.microsoft.com/office/drawing/2014/main" id="{01372B50-908C-E614-86AA-CFD4C48F96E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6" name="Textplatzhalter 55">
            <a:extLst>
              <a:ext uri="{FF2B5EF4-FFF2-40B4-BE49-F238E27FC236}">
                <a16:creationId xmlns:a16="http://schemas.microsoft.com/office/drawing/2014/main" id="{02F80C3A-090A-B47B-E6F5-945D54C6FD7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7" name="Textplatzhalter 55">
            <a:extLst>
              <a:ext uri="{FF2B5EF4-FFF2-40B4-BE49-F238E27FC236}">
                <a16:creationId xmlns:a16="http://schemas.microsoft.com/office/drawing/2014/main" id="{0B0BC624-48A0-C1A4-5B55-83CC30BE12C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8" name="Textplatzhalter 55">
            <a:extLst>
              <a:ext uri="{FF2B5EF4-FFF2-40B4-BE49-F238E27FC236}">
                <a16:creationId xmlns:a16="http://schemas.microsoft.com/office/drawing/2014/main" id="{9893986A-A8A0-482C-5441-F6C66E4EFE5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9" name="Textplatzhalter 55">
            <a:extLst>
              <a:ext uri="{FF2B5EF4-FFF2-40B4-BE49-F238E27FC236}">
                <a16:creationId xmlns:a16="http://schemas.microsoft.com/office/drawing/2014/main" id="{6DDB1DB3-D0CB-F649-2E85-8B44DA0204B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34963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0" name="Textplatzhalter 55">
            <a:extLst>
              <a:ext uri="{FF2B5EF4-FFF2-40B4-BE49-F238E27FC236}">
                <a16:creationId xmlns:a16="http://schemas.microsoft.com/office/drawing/2014/main" id="{23139F2B-1899-62EB-3C65-BC4D53360A8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1" name="Textplatzhalter 55">
            <a:extLst>
              <a:ext uri="{FF2B5EF4-FFF2-40B4-BE49-F238E27FC236}">
                <a16:creationId xmlns:a16="http://schemas.microsoft.com/office/drawing/2014/main" id="{B4EF5ACF-5489-8459-229B-EABAC9B72AE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5588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26F524A7-DC66-CC59-C8B4-C418C81227C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69684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2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52CFAE2C-0BC8-2FED-D05B-250C1A0D8A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38139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DFAE61E4-B5D0-8CCA-42F9-402CA34E238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369684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3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03015500-45F7-5F3D-216E-7ED0CA68932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8139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AF94A1A-085B-6F01-29BF-519A0EC0FB6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369684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4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E312CBB9-E1BC-54AC-4A1D-150E31D3EF1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8139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0FE8FC1B-CCA6-A883-7FE6-5498DB0F2B9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369684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5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C5411300-393E-576A-F8AB-9977E5EFEE9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38138" y="3519202"/>
            <a:ext cx="4883081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33" name="Textplatzhalter 8">
            <a:extLst>
              <a:ext uri="{FF2B5EF4-FFF2-40B4-BE49-F238E27FC236}">
                <a16:creationId xmlns:a16="http://schemas.microsoft.com/office/drawing/2014/main" id="{2270DF76-64D9-992B-2861-9305D89EDA6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69684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6</a:t>
            </a:r>
          </a:p>
        </p:txBody>
      </p:sp>
      <p:sp>
        <p:nvSpPr>
          <p:cNvPr id="46" name="Textplatzhalter 8">
            <a:extLst>
              <a:ext uri="{FF2B5EF4-FFF2-40B4-BE49-F238E27FC236}">
                <a16:creationId xmlns:a16="http://schemas.microsoft.com/office/drawing/2014/main" id="{0C30C551-6658-59E5-82BC-A582CE02921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38139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AE18601-7F48-D57F-CB39-6530B359D39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369684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7</a:t>
            </a:r>
          </a:p>
        </p:txBody>
      </p:sp>
      <p:sp>
        <p:nvSpPr>
          <p:cNvPr id="48" name="Textplatzhalter 8">
            <a:extLst>
              <a:ext uri="{FF2B5EF4-FFF2-40B4-BE49-F238E27FC236}">
                <a16:creationId xmlns:a16="http://schemas.microsoft.com/office/drawing/2014/main" id="{8E1BCBB5-AB8E-682B-7309-EAFC8B87EFC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38139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A0B7D88C-90E7-1F03-CBD8-D7568E4F1F0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369684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8</a:t>
            </a:r>
          </a:p>
        </p:txBody>
      </p:sp>
      <p:sp>
        <p:nvSpPr>
          <p:cNvPr id="50" name="Textplatzhalter 8">
            <a:extLst>
              <a:ext uri="{FF2B5EF4-FFF2-40B4-BE49-F238E27FC236}">
                <a16:creationId xmlns:a16="http://schemas.microsoft.com/office/drawing/2014/main" id="{8EA0CD66-51D5-F6EC-F1F0-E25A904EEE82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338139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70965C48-21D4-4BA3-8D4A-5BA5D4ACB54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69684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9</a:t>
            </a:r>
          </a:p>
        </p:txBody>
      </p:sp>
      <p:sp>
        <p:nvSpPr>
          <p:cNvPr id="52" name="Textplatzhalter 8">
            <a:extLst>
              <a:ext uri="{FF2B5EF4-FFF2-40B4-BE49-F238E27FC236}">
                <a16:creationId xmlns:a16="http://schemas.microsoft.com/office/drawing/2014/main" id="{75E1E97B-841D-D839-BAE5-5C481FFFF44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38139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22C02A6D-9A71-EB66-8B56-63E7573C62DC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381131" y="144569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10</a:t>
            </a:r>
          </a:p>
        </p:txBody>
      </p:sp>
      <p:sp>
        <p:nvSpPr>
          <p:cNvPr id="54" name="Textplatzhalter 8">
            <a:extLst>
              <a:ext uri="{FF2B5EF4-FFF2-40B4-BE49-F238E27FC236}">
                <a16:creationId xmlns:a16="http://schemas.microsoft.com/office/drawing/2014/main" id="{E43E13EE-A824-877E-AB50-547C2FCDD22C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353800" y="1445690"/>
            <a:ext cx="4891566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73" name="Textplatzhalter 8">
            <a:extLst>
              <a:ext uri="{FF2B5EF4-FFF2-40B4-BE49-F238E27FC236}">
                <a16:creationId xmlns:a16="http://schemas.microsoft.com/office/drawing/2014/main" id="{B2251A45-7D07-7858-6F94-74782E5CA4DB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1381131" y="196406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11</a:t>
            </a:r>
          </a:p>
        </p:txBody>
      </p:sp>
      <p:sp>
        <p:nvSpPr>
          <p:cNvPr id="74" name="Textplatzhalter 8">
            <a:extLst>
              <a:ext uri="{FF2B5EF4-FFF2-40B4-BE49-F238E27FC236}">
                <a16:creationId xmlns:a16="http://schemas.microsoft.com/office/drawing/2014/main" id="{60AB7FC0-126B-B06F-AA80-5673E14AA27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353800" y="196406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75" name="Textplatzhalter 8">
            <a:extLst>
              <a:ext uri="{FF2B5EF4-FFF2-40B4-BE49-F238E27FC236}">
                <a16:creationId xmlns:a16="http://schemas.microsoft.com/office/drawing/2014/main" id="{85307A13-64DC-1888-326E-CCF67199BCE7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1381131" y="248244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12</a:t>
            </a:r>
          </a:p>
        </p:txBody>
      </p:sp>
      <p:sp>
        <p:nvSpPr>
          <p:cNvPr id="76" name="Textplatzhalter 8">
            <a:extLst>
              <a:ext uri="{FF2B5EF4-FFF2-40B4-BE49-F238E27FC236}">
                <a16:creationId xmlns:a16="http://schemas.microsoft.com/office/drawing/2014/main" id="{22A52B67-4544-908B-F2BD-172FA66E4AF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53800" y="248244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77" name="Textplatzhalter 8">
            <a:extLst>
              <a:ext uri="{FF2B5EF4-FFF2-40B4-BE49-F238E27FC236}">
                <a16:creationId xmlns:a16="http://schemas.microsoft.com/office/drawing/2014/main" id="{6006CBD6-7308-EB4A-F398-D460B7EA7C1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381131" y="300082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13</a:t>
            </a:r>
          </a:p>
        </p:txBody>
      </p:sp>
      <p:sp>
        <p:nvSpPr>
          <p:cNvPr id="78" name="Textplatzhalter 8">
            <a:extLst>
              <a:ext uri="{FF2B5EF4-FFF2-40B4-BE49-F238E27FC236}">
                <a16:creationId xmlns:a16="http://schemas.microsoft.com/office/drawing/2014/main" id="{6FF7045C-4956-82F9-EE78-1941E4FE633D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353800" y="300082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79" name="Textplatzhalter 8">
            <a:extLst>
              <a:ext uri="{FF2B5EF4-FFF2-40B4-BE49-F238E27FC236}">
                <a16:creationId xmlns:a16="http://schemas.microsoft.com/office/drawing/2014/main" id="{0867062F-A9B7-1EF7-8FEB-D0668FD937B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1381131" y="3519202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14</a:t>
            </a:r>
          </a:p>
        </p:txBody>
      </p:sp>
      <p:sp>
        <p:nvSpPr>
          <p:cNvPr id="80" name="Textplatzhalter 8">
            <a:extLst>
              <a:ext uri="{FF2B5EF4-FFF2-40B4-BE49-F238E27FC236}">
                <a16:creationId xmlns:a16="http://schemas.microsoft.com/office/drawing/2014/main" id="{8268980D-F9EE-0F01-F5F4-0051CE8AB38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353800" y="3519202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81" name="Textplatzhalter 8">
            <a:extLst>
              <a:ext uri="{FF2B5EF4-FFF2-40B4-BE49-F238E27FC236}">
                <a16:creationId xmlns:a16="http://schemas.microsoft.com/office/drawing/2014/main" id="{98F5B459-7CB2-44B7-F702-FA3D5B68AE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1381131" y="4037580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15</a:t>
            </a:r>
          </a:p>
        </p:txBody>
      </p:sp>
      <p:sp>
        <p:nvSpPr>
          <p:cNvPr id="82" name="Textplatzhalter 8">
            <a:extLst>
              <a:ext uri="{FF2B5EF4-FFF2-40B4-BE49-F238E27FC236}">
                <a16:creationId xmlns:a16="http://schemas.microsoft.com/office/drawing/2014/main" id="{861B6F90-02A9-939A-CA20-41B78588A81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353800" y="4037580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83" name="Textplatzhalter 8">
            <a:extLst>
              <a:ext uri="{FF2B5EF4-FFF2-40B4-BE49-F238E27FC236}">
                <a16:creationId xmlns:a16="http://schemas.microsoft.com/office/drawing/2014/main" id="{B0FCD7C6-77CA-081D-EC55-8A54C66F829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1381131" y="4555958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16</a:t>
            </a:r>
          </a:p>
        </p:txBody>
      </p:sp>
      <p:sp>
        <p:nvSpPr>
          <p:cNvPr id="84" name="Textplatzhalter 8">
            <a:extLst>
              <a:ext uri="{FF2B5EF4-FFF2-40B4-BE49-F238E27FC236}">
                <a16:creationId xmlns:a16="http://schemas.microsoft.com/office/drawing/2014/main" id="{0E0204A7-2F98-D32A-2BD7-430EAB053A0C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353800" y="4555958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85" name="Textplatzhalter 8">
            <a:extLst>
              <a:ext uri="{FF2B5EF4-FFF2-40B4-BE49-F238E27FC236}">
                <a16:creationId xmlns:a16="http://schemas.microsoft.com/office/drawing/2014/main" id="{2919ED20-B577-583B-D9C3-8B1891AD9470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381131" y="5074336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17</a:t>
            </a:r>
          </a:p>
        </p:txBody>
      </p:sp>
      <p:sp>
        <p:nvSpPr>
          <p:cNvPr id="86" name="Textplatzhalter 8">
            <a:extLst>
              <a:ext uri="{FF2B5EF4-FFF2-40B4-BE49-F238E27FC236}">
                <a16:creationId xmlns:a16="http://schemas.microsoft.com/office/drawing/2014/main" id="{C926A1BB-0084-61CF-6C2F-672123686D5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353800" y="5074336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87" name="Textplatzhalter 8">
            <a:extLst>
              <a:ext uri="{FF2B5EF4-FFF2-40B4-BE49-F238E27FC236}">
                <a16:creationId xmlns:a16="http://schemas.microsoft.com/office/drawing/2014/main" id="{66ADE15A-9DF8-F9C0-BD97-71C7E3A19D3A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1381131" y="5592714"/>
            <a:ext cx="477079" cy="305793"/>
          </a:xfrm>
        </p:spPr>
        <p:txBody>
          <a:bodyPr anchor="ctr"/>
          <a:lstStyle>
            <a:lvl1pPr algn="r">
              <a:lnSpc>
                <a:spcPct val="100000"/>
              </a:lnSpc>
              <a:defRPr sz="18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18</a:t>
            </a:r>
          </a:p>
        </p:txBody>
      </p:sp>
      <p:sp>
        <p:nvSpPr>
          <p:cNvPr id="88" name="Textplatzhalter 8">
            <a:extLst>
              <a:ext uri="{FF2B5EF4-FFF2-40B4-BE49-F238E27FC236}">
                <a16:creationId xmlns:a16="http://schemas.microsoft.com/office/drawing/2014/main" id="{8CAFAE60-843A-3FC0-D001-F6393551268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353800" y="5592714"/>
            <a:ext cx="4883080" cy="306000"/>
          </a:xfrm>
        </p:spPr>
        <p:txBody>
          <a:bodyPr anchor="ctr"/>
          <a:lstStyle>
            <a:lvl1pPr>
              <a:lnSpc>
                <a:spcPct val="100000"/>
              </a:lnSpc>
              <a:defRPr sz="1800" b="0"/>
            </a:lvl1pPr>
          </a:lstStyle>
          <a:p>
            <a:r>
              <a:rPr lang="en-US" noProof="0" dirty="0" err="1"/>
              <a:t>Chapterheadline</a:t>
            </a:r>
            <a:r>
              <a:rPr lang="en-US" noProof="0" dirty="0"/>
              <a:t> in 18 point, only one line</a:t>
            </a:r>
          </a:p>
        </p:txBody>
      </p:sp>
      <p:sp>
        <p:nvSpPr>
          <p:cNvPr id="7" name="Textplatzhalter 55">
            <a:extLst>
              <a:ext uri="{FF2B5EF4-FFF2-40B4-BE49-F238E27FC236}">
                <a16:creationId xmlns:a16="http://schemas.microsoft.com/office/drawing/2014/main" id="{A26285D9-2BDC-D11B-3D02-2A5D4F5D40CE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347450" y="5999512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8" name="Textplatzhalter 55">
            <a:extLst>
              <a:ext uri="{FF2B5EF4-FFF2-40B4-BE49-F238E27FC236}">
                <a16:creationId xmlns:a16="http://schemas.microsoft.com/office/drawing/2014/main" id="{8CA62F10-D598-9E0B-B03D-E95C3D084D57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347450" y="548112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1" name="Textplatzhalter 55">
            <a:extLst>
              <a:ext uri="{FF2B5EF4-FFF2-40B4-BE49-F238E27FC236}">
                <a16:creationId xmlns:a16="http://schemas.microsoft.com/office/drawing/2014/main" id="{1FCC9E67-C919-FA1A-F095-63526D9CE586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347450" y="496274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12" name="Textplatzhalter 55">
            <a:extLst>
              <a:ext uri="{FF2B5EF4-FFF2-40B4-BE49-F238E27FC236}">
                <a16:creationId xmlns:a16="http://schemas.microsoft.com/office/drawing/2014/main" id="{7B49808B-E52E-F6DC-4675-0DEBD66CCF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347450" y="444436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2" name="Textplatzhalter 55">
            <a:extLst>
              <a:ext uri="{FF2B5EF4-FFF2-40B4-BE49-F238E27FC236}">
                <a16:creationId xmlns:a16="http://schemas.microsoft.com/office/drawing/2014/main" id="{6C052F52-990A-D24E-09EB-254452E41858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347450" y="392599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3" name="Textplatzhalter 55">
            <a:extLst>
              <a:ext uri="{FF2B5EF4-FFF2-40B4-BE49-F238E27FC236}">
                <a16:creationId xmlns:a16="http://schemas.microsoft.com/office/drawing/2014/main" id="{FAF41966-E98F-C3D7-B630-813EACAA07AB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347450" y="3407613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24" name="Textplatzhalter 55">
            <a:extLst>
              <a:ext uri="{FF2B5EF4-FFF2-40B4-BE49-F238E27FC236}">
                <a16:creationId xmlns:a16="http://schemas.microsoft.com/office/drawing/2014/main" id="{854A8147-B039-CC41-69AA-C66963A18C8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47450" y="2889235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34" name="Textplatzhalter 55">
            <a:extLst>
              <a:ext uri="{FF2B5EF4-FFF2-40B4-BE49-F238E27FC236}">
                <a16:creationId xmlns:a16="http://schemas.microsoft.com/office/drawing/2014/main" id="{3D90E154-C21E-4C8D-CE17-89749FC34AC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6347450" y="2370857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35" name="Textplatzhalter 55">
            <a:extLst>
              <a:ext uri="{FF2B5EF4-FFF2-40B4-BE49-F238E27FC236}">
                <a16:creationId xmlns:a16="http://schemas.microsoft.com/office/drawing/2014/main" id="{CF83D24E-4617-47F1-0D0A-6A770EC0CE24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6347450" y="1852479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36" name="Textplatzhalter 55">
            <a:extLst>
              <a:ext uri="{FF2B5EF4-FFF2-40B4-BE49-F238E27FC236}">
                <a16:creationId xmlns:a16="http://schemas.microsoft.com/office/drawing/2014/main" id="{D8B6DC92-4F48-904E-3B92-11F2A8640A82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335588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  <p:sp>
        <p:nvSpPr>
          <p:cNvPr id="37" name="Textplatzhalter 55">
            <a:extLst>
              <a:ext uri="{FF2B5EF4-FFF2-40B4-BE49-F238E27FC236}">
                <a16:creationId xmlns:a16="http://schemas.microsoft.com/office/drawing/2014/main" id="{25245F0E-DBF2-D4FF-CFFF-7C346A2CF59A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347450" y="1334101"/>
            <a:ext cx="5508000" cy="10800"/>
          </a:xfrm>
          <a:solidFill>
            <a:srgbClr val="DCDCDC"/>
          </a:solidFill>
        </p:spPr>
        <p:txBody>
          <a:bodyPr wrap="none"/>
          <a:lstStyle>
            <a:lvl1pPr>
              <a:defRPr sz="1800"/>
            </a:lvl1pPr>
          </a:lstStyle>
          <a:p>
            <a:pPr lvl="0"/>
            <a:r>
              <a:rPr lang="en-US" noProof="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652995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999" userDrawn="1">
          <p15:clr>
            <a:srgbClr val="FBAE40"/>
          </p15:clr>
        </p15:guide>
        <p15:guide id="2" pos="3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Agenda with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D76CC-9B55-389E-3A74-CCC1EC8AF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79936E-C0A5-CA0E-86E6-BD20E1D6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D9A027-3BED-83B8-9A58-30404C3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38EA51-5834-ECDD-88F8-C8AADF38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209D2C03-103D-3B02-78FB-94DFA2759F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78316" y="1508765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4D9B3835-1EAC-848E-936A-90A9E32CDC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423528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  <a:p>
            <a:pPr lvl="1"/>
            <a:r>
              <a:rPr lang="en-US" noProof="0" dirty="0"/>
              <a:t>Second line in 18 point, only one line</a:t>
            </a:r>
          </a:p>
        </p:txBody>
      </p:sp>
      <p:sp>
        <p:nvSpPr>
          <p:cNvPr id="40" name="Textplatzhalter 55">
            <a:extLst>
              <a:ext uri="{FF2B5EF4-FFF2-40B4-BE49-F238E27FC236}">
                <a16:creationId xmlns:a16="http://schemas.microsoft.com/office/drawing/2014/main" id="{24E09A6A-074B-3E1F-8815-8942CD29128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4963" y="133410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41" name="Textplatzhalter 55">
            <a:extLst>
              <a:ext uri="{FF2B5EF4-FFF2-40B4-BE49-F238E27FC236}">
                <a16:creationId xmlns:a16="http://schemas.microsoft.com/office/drawing/2014/main" id="{45F4CEB6-86D1-AF2A-8F03-A700C60967B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34963" y="6067074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43" name="Textplatzhalter 55">
            <a:extLst>
              <a:ext uri="{FF2B5EF4-FFF2-40B4-BE49-F238E27FC236}">
                <a16:creationId xmlns:a16="http://schemas.microsoft.com/office/drawing/2014/main" id="{479EDB4A-4FA7-9659-644F-A732BAA96AC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4963" y="228069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44" name="Textplatzhalter 55">
            <a:extLst>
              <a:ext uri="{FF2B5EF4-FFF2-40B4-BE49-F238E27FC236}">
                <a16:creationId xmlns:a16="http://schemas.microsoft.com/office/drawing/2014/main" id="{F479FED9-6C0A-9786-040F-4BB7A05114F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4963" y="322729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45" name="Textplatzhalter 55">
            <a:extLst>
              <a:ext uri="{FF2B5EF4-FFF2-40B4-BE49-F238E27FC236}">
                <a16:creationId xmlns:a16="http://schemas.microsoft.com/office/drawing/2014/main" id="{AE6A68A8-C75A-5E96-3C07-8988E5BBD28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34963" y="4173886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58A8D041-B68A-8BF1-508D-7623C9440A6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34963" y="5120481"/>
            <a:ext cx="11520487" cy="10800"/>
          </a:xfrm>
          <a:solidFill>
            <a:srgbClr val="DCDCDC"/>
          </a:solidFill>
        </p:spPr>
        <p:txBody>
          <a:bodyPr wrap="none"/>
          <a:lstStyle/>
          <a:p>
            <a:pPr lvl="0"/>
            <a:r>
              <a:rPr lang="en-US" noProof="0" dirty="0"/>
              <a:t>   </a:t>
            </a:r>
          </a:p>
        </p:txBody>
      </p:sp>
      <p:sp>
        <p:nvSpPr>
          <p:cNvPr id="61" name="Textplatzhalter 8">
            <a:extLst>
              <a:ext uri="{FF2B5EF4-FFF2-40B4-BE49-F238E27FC236}">
                <a16:creationId xmlns:a16="http://schemas.microsoft.com/office/drawing/2014/main" id="{2C50F7BD-B9C8-D95A-224A-C54FFCB4CE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378316" y="2453987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2</a:t>
            </a:r>
          </a:p>
        </p:txBody>
      </p:sp>
      <p:sp>
        <p:nvSpPr>
          <p:cNvPr id="62" name="Textplatzhalter 8">
            <a:extLst>
              <a:ext uri="{FF2B5EF4-FFF2-40B4-BE49-F238E27FC236}">
                <a16:creationId xmlns:a16="http://schemas.microsoft.com/office/drawing/2014/main" id="{53CD0048-6E33-AFBD-9D4C-00A846384AA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34963" y="2368750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  <a:p>
            <a:pPr lvl="1"/>
            <a:r>
              <a:rPr lang="en-US" noProof="0" dirty="0"/>
              <a:t>Second line in 18 point, only one line</a:t>
            </a:r>
          </a:p>
        </p:txBody>
      </p:sp>
      <p:sp>
        <p:nvSpPr>
          <p:cNvPr id="63" name="Textplatzhalter 8">
            <a:extLst>
              <a:ext uri="{FF2B5EF4-FFF2-40B4-BE49-F238E27FC236}">
                <a16:creationId xmlns:a16="http://schemas.microsoft.com/office/drawing/2014/main" id="{68E85F45-E360-2F33-7F27-E22183DFD2C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378316" y="3399209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3</a:t>
            </a:r>
          </a:p>
        </p:txBody>
      </p:sp>
      <p:sp>
        <p:nvSpPr>
          <p:cNvPr id="89" name="Textplatzhalter 8">
            <a:extLst>
              <a:ext uri="{FF2B5EF4-FFF2-40B4-BE49-F238E27FC236}">
                <a16:creationId xmlns:a16="http://schemas.microsoft.com/office/drawing/2014/main" id="{FAFE7AF0-5029-8409-113E-F809A704724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34963" y="3313972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  <a:p>
            <a:pPr lvl="1"/>
            <a:r>
              <a:rPr lang="en-US" noProof="0" dirty="0"/>
              <a:t>Second line in 18 point, only one line</a:t>
            </a:r>
          </a:p>
        </p:txBody>
      </p:sp>
      <p:sp>
        <p:nvSpPr>
          <p:cNvPr id="90" name="Textplatzhalter 8">
            <a:extLst>
              <a:ext uri="{FF2B5EF4-FFF2-40B4-BE49-F238E27FC236}">
                <a16:creationId xmlns:a16="http://schemas.microsoft.com/office/drawing/2014/main" id="{B9BFCCAE-3F47-D47E-EFA8-A86EEB292AF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378316" y="4344432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4</a:t>
            </a:r>
          </a:p>
        </p:txBody>
      </p:sp>
      <p:sp>
        <p:nvSpPr>
          <p:cNvPr id="91" name="Textplatzhalter 8">
            <a:extLst>
              <a:ext uri="{FF2B5EF4-FFF2-40B4-BE49-F238E27FC236}">
                <a16:creationId xmlns:a16="http://schemas.microsoft.com/office/drawing/2014/main" id="{F3D7BE64-B10F-50A7-C80F-2A9FF624167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34963" y="4259195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  <a:p>
            <a:pPr lvl="1"/>
            <a:r>
              <a:rPr lang="en-US" noProof="0" dirty="0"/>
              <a:t>Second line in 18 point, only one line</a:t>
            </a:r>
          </a:p>
        </p:txBody>
      </p:sp>
      <p:sp>
        <p:nvSpPr>
          <p:cNvPr id="92" name="Textplatzhalter 8">
            <a:extLst>
              <a:ext uri="{FF2B5EF4-FFF2-40B4-BE49-F238E27FC236}">
                <a16:creationId xmlns:a16="http://schemas.microsoft.com/office/drawing/2014/main" id="{F0C8605D-76D3-8767-D7D4-78B3F3BB4C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78316" y="5289654"/>
            <a:ext cx="477079" cy="298799"/>
          </a:xfrm>
        </p:spPr>
        <p:txBody>
          <a:bodyPr anchor="ctr"/>
          <a:lstStyle>
            <a:lvl1pPr algn="r">
              <a:lnSpc>
                <a:spcPct val="100000"/>
              </a:lnSpc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noProof="0" dirty="0"/>
              <a:t>5</a:t>
            </a:r>
          </a:p>
        </p:txBody>
      </p:sp>
      <p:sp>
        <p:nvSpPr>
          <p:cNvPr id="93" name="Textplatzhalter 8">
            <a:extLst>
              <a:ext uri="{FF2B5EF4-FFF2-40B4-BE49-F238E27FC236}">
                <a16:creationId xmlns:a16="http://schemas.microsoft.com/office/drawing/2014/main" id="{8905FCF8-F8E4-0E5E-77F4-F0FA506B87F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4963" y="5204417"/>
            <a:ext cx="10876375" cy="742743"/>
          </a:xfrm>
        </p:spPr>
        <p:txBody>
          <a:bodyPr anchor="t" anchorCtr="0"/>
          <a:lstStyle>
            <a:lvl1pPr>
              <a:lnSpc>
                <a:spcPct val="100000"/>
              </a:lnSpc>
              <a:defRPr sz="3000" b="0"/>
            </a:lvl1pPr>
            <a:lvl2pPr>
              <a:spcBef>
                <a:spcPts val="300"/>
              </a:spcBef>
              <a:defRPr>
                <a:solidFill>
                  <a:srgbClr val="787878"/>
                </a:solidFill>
              </a:defRPr>
            </a:lvl2pPr>
          </a:lstStyle>
          <a:p>
            <a:pPr lvl="0"/>
            <a:r>
              <a:rPr lang="en-US" noProof="0" dirty="0" err="1"/>
              <a:t>Chapterheadline</a:t>
            </a:r>
            <a:r>
              <a:rPr lang="en-US" noProof="0" dirty="0"/>
              <a:t> in 30 point, only one line</a:t>
            </a:r>
          </a:p>
          <a:p>
            <a:pPr lvl="1"/>
            <a:r>
              <a:rPr lang="en-US" noProof="0" dirty="0"/>
              <a:t>Second line in 18 point, only one line</a:t>
            </a:r>
          </a:p>
        </p:txBody>
      </p:sp>
    </p:spTree>
    <p:extLst>
      <p:ext uri="{BB962C8B-B14F-4D97-AF65-F5344CB8AC3E}">
        <p14:creationId xmlns:p14="http://schemas.microsoft.com/office/powerpoint/2010/main" val="174343843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Chapter</a:t>
            </a:r>
            <a:br>
              <a:rPr lang="en-US" noProof="0" dirty="0"/>
            </a:br>
            <a:r>
              <a:rPr lang="en-US" noProof="0" dirty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8332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(gradient)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67026"/>
            <a:ext cx="11522075" cy="1803432"/>
          </a:xfrm>
        </p:spPr>
        <p:txBody>
          <a:bodyPr/>
          <a:lstStyle>
            <a:lvl1pPr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of Chapter</a:t>
            </a:r>
            <a:br>
              <a:rPr lang="en-US" noProof="0" dirty="0"/>
            </a:br>
            <a:r>
              <a:rPr lang="en-US" noProof="0" dirty="0"/>
              <a:t>in two lines, 70 pt., regular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CF9CA5-0BE6-DEBD-1941-87E69C15A8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8139" y="4184374"/>
            <a:ext cx="3388899" cy="2723321"/>
          </a:xfrm>
        </p:spPr>
        <p:txBody>
          <a:bodyPr anchor="b" anchorCtr="0"/>
          <a:lstStyle>
            <a:lvl1pPr algn="r">
              <a:defRPr sz="2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941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9BF183D8-3FB7-8A22-AD0F-FF6DF4B684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290D29F-ACC8-DFE9-53B7-54C9C995CF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1" y="1341438"/>
            <a:ext cx="11522075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  <a:p>
            <a:pPr lvl="4"/>
            <a:endParaRPr lang="en-US" noProof="0" dirty="0"/>
          </a:p>
          <a:p>
            <a:pPr lvl="4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471047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47704930-7E5E-9287-D186-E0FAB51E9F4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11522074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38163" indent="-269875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  <a:p>
            <a:pPr lvl="4"/>
            <a:endParaRPr lang="en-US" noProof="0" dirty="0"/>
          </a:p>
          <a:p>
            <a:pPr lvl="4"/>
            <a:endParaRPr lang="en-US" noProof="0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7D0C2C1-9D80-B49B-88D3-EBCBBA103F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286723844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5A2B9A8-4213-7633-A610-87A6903E91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67438" y="1341438"/>
            <a:ext cx="5689600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5689600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  <a:p>
            <a:pPr lvl="4"/>
            <a:endParaRPr lang="en-US" noProof="0" dirty="0"/>
          </a:p>
          <a:p>
            <a:pPr lvl="4"/>
            <a:endParaRPr lang="en-US" noProof="0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30208488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reas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3B8354EC-B08F-E644-F0A3-92D0F62EFD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374491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6DE63116-CD06-C46C-BC4D-A3F1F8E87D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  <p:sp>
        <p:nvSpPr>
          <p:cNvPr id="15" name="Inhaltsplatzhalter 7">
            <a:extLst>
              <a:ext uri="{FF2B5EF4-FFF2-40B4-BE49-F238E27FC236}">
                <a16:creationId xmlns:a16="http://schemas.microsoft.com/office/drawing/2014/main" id="{AE6C069E-2637-EB7F-6123-E63BD0E3DB6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4338" y="1341438"/>
            <a:ext cx="374491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76AAACA3-C754-8BF1-2122-8FFD9A4022A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12124" y="1341438"/>
            <a:ext cx="374491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154278857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7" pos="5110" userDrawn="1">
          <p15:clr>
            <a:srgbClr val="FBAE40"/>
          </p15:clr>
        </p15:guide>
        <p15:guide id="8" pos="5019" userDrawn="1">
          <p15:clr>
            <a:srgbClr val="FBAE40"/>
          </p15:clr>
        </p15:guide>
        <p15:guide id="9" pos="257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C2E4FA49-D6E3-4EBC-556D-B4480BFD89C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2" y="1341438"/>
            <a:ext cx="277336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</a:t>
            </a:r>
            <a:br>
              <a:rPr lang="en-US" noProof="0" dirty="0"/>
            </a:br>
            <a:r>
              <a:rPr lang="en-US" noProof="0" dirty="0"/>
              <a:t>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E632A4B-8BBF-B7D3-663F-A0D19286950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51200" y="1341438"/>
            <a:ext cx="277336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</a:t>
            </a:r>
            <a:br>
              <a:rPr lang="en-US" noProof="0" dirty="0"/>
            </a:br>
            <a:r>
              <a:rPr lang="en-US" noProof="0" dirty="0"/>
              <a:t>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D5077A1B-06AF-4427-1C96-8A1EA5DDDC2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67437" y="1341438"/>
            <a:ext cx="277336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</a:t>
            </a:r>
            <a:br>
              <a:rPr lang="en-US" noProof="0" dirty="0"/>
            </a:br>
            <a:r>
              <a:rPr lang="en-US" noProof="0" dirty="0"/>
              <a:t>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C9C4307C-1323-37BD-8D85-AD282964791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83674" y="1341438"/>
            <a:ext cx="2773363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</a:t>
            </a:r>
            <a:br>
              <a:rPr lang="en-US" noProof="0" dirty="0"/>
            </a:br>
            <a:r>
              <a:rPr lang="en-US" noProof="0" dirty="0"/>
              <a:t>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45355228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  <p15:guide id="4" pos="5722">
          <p15:clr>
            <a:srgbClr val="FBAE40"/>
          </p15:clr>
        </p15:guide>
        <p15:guide id="5" pos="5632">
          <p15:clr>
            <a:srgbClr val="FBAE40"/>
          </p15:clr>
        </p15:guide>
        <p15:guide id="6" pos="1958">
          <p15:clr>
            <a:srgbClr val="FBAE40"/>
          </p15:clr>
        </p15:guide>
        <p15:guide id="7" pos="20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enumeratio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DC3965B-9BC9-67F1-DCA6-D58BAB36F4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4963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20000" indent="-176400">
              <a:tabLst/>
              <a:defRPr/>
            </a:lvl5pPr>
            <a:lvl6pPr marL="720000" indent="-176400">
              <a:defRPr/>
            </a:lvl6pPr>
            <a:lvl7pPr marL="720000" indent="-176400">
              <a:defRPr/>
            </a:lvl7pPr>
            <a:lvl8pPr marL="720000" indent="-176400">
              <a:defRPr/>
            </a:lvl8pPr>
            <a:lvl9pPr marL="720000" indent="-176400">
              <a:defRPr/>
            </a:lvl9pPr>
          </a:lstStyle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6FFE206E-DE97-ACA2-7221-73B9A9CBD62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7439" y="1341438"/>
            <a:ext cx="5689600" cy="4824412"/>
          </a:xfrm>
        </p:spPr>
        <p:txBody>
          <a:bodyPr/>
          <a:lstStyle>
            <a:lvl3pPr marL="268288" indent="-261938">
              <a:buFont typeface="+mj-lt"/>
              <a:buAutoNum type="arabicPeriod"/>
              <a:tabLst/>
              <a:defRPr/>
            </a:lvl3pPr>
            <a:lvl4pPr marL="541338" indent="-273050">
              <a:buFont typeface="+mj-lt"/>
              <a:buAutoNum type="alphaLcPeriod"/>
              <a:tabLst/>
              <a:defRPr/>
            </a:lvl4pPr>
            <a:lvl5pPr marL="719138" indent="-177800">
              <a:tabLst/>
              <a:defRPr/>
            </a:lvl5pPr>
            <a:lvl6pPr marL="720000">
              <a:defRPr/>
            </a:lvl6pPr>
            <a:lvl7pPr marL="720000">
              <a:defRPr/>
            </a:lvl7pPr>
            <a:lvl8pPr marL="720000">
              <a:defRPr/>
            </a:lvl8pPr>
            <a:lvl9pPr marL="720000">
              <a:defRPr/>
            </a:lvl9pPr>
          </a:lstStyle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06BBB27-95AA-CA8A-C9FE-6CC821B6C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56424357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in 18 point, only 1 line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E833B4B9-E9B9-00B0-20DC-FF6F4AEA40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7438" y="1341439"/>
            <a:ext cx="5689600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in 18 point, only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45E364B5-1B18-3090-1811-F84E2D17BC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7438" y="1760434"/>
            <a:ext cx="5689600" cy="4405416"/>
          </a:xfrm>
          <a:solidFill>
            <a:srgbClr val="F0F0F0"/>
          </a:solidFill>
        </p:spPr>
        <p:txBody>
          <a:bodyPr lIns="180000" tIns="144000" rIns="108000"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A62E36D-71FE-F880-6A79-B15F332DF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188624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reas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0F2D0F-E05A-C057-C73F-B7EA134DF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1 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B1DBF1-F8AC-0D85-8FF0-81429537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B1CC04-E18D-E926-DE9C-A0C94E66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CBE42-7EEA-98F2-A825-33E6265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lvl="0"/>
            <a:r>
              <a:rPr lang="en-US" noProof="0" dirty="0"/>
              <a:t>Body text headline 14 pt.</a:t>
            </a:r>
          </a:p>
          <a:p>
            <a:pPr lvl="1"/>
            <a:r>
              <a:rPr lang="en-US" noProof="0" dirty="0"/>
              <a:t>Body text in 14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03E458F8-3AF7-85A3-DB83-B18968532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51202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1 line</a:t>
            </a:r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1DCE2797-951D-774F-3116-F324E130C8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2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Body text headline 14 pt. </a:t>
            </a:r>
          </a:p>
          <a:p>
            <a:pPr lvl="1"/>
            <a:r>
              <a:rPr lang="en-US" noProof="0" dirty="0"/>
              <a:t>Body text in 14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19325C6-049C-E6C7-7987-4F2DFE1BF3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8" y="1341439"/>
            <a:ext cx="2773361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1 line</a:t>
            </a:r>
          </a:p>
        </p:txBody>
      </p:sp>
      <p:sp>
        <p:nvSpPr>
          <p:cNvPr id="21" name="Textplatzhalter 8">
            <a:extLst>
              <a:ext uri="{FF2B5EF4-FFF2-40B4-BE49-F238E27FC236}">
                <a16:creationId xmlns:a16="http://schemas.microsoft.com/office/drawing/2014/main" id="{83C4CAC0-E0A6-918F-5945-AF2D6AD49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76400">
              <a:tabLst/>
              <a:defRPr sz="1400"/>
            </a:lvl5pPr>
            <a:lvl6pPr marL="583200" indent="-176400">
              <a:defRPr sz="1400"/>
            </a:lvl6pPr>
            <a:lvl7pPr marL="583200" indent="-176400">
              <a:defRPr sz="1400"/>
            </a:lvl7pPr>
            <a:lvl8pPr marL="583200" indent="-176400">
              <a:defRPr sz="1400"/>
            </a:lvl8pPr>
            <a:lvl9pPr marL="583200" indent="-1764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Body text headline 14 pt. </a:t>
            </a:r>
          </a:p>
          <a:p>
            <a:pPr lvl="1"/>
            <a:r>
              <a:rPr lang="en-US" noProof="0" dirty="0"/>
              <a:t>Body text in 14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22" name="Textplatzhalter 8">
            <a:extLst>
              <a:ext uri="{FF2B5EF4-FFF2-40B4-BE49-F238E27FC236}">
                <a16:creationId xmlns:a16="http://schemas.microsoft.com/office/drawing/2014/main" id="{E2E9D813-BC14-8106-426C-8F8F55935D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4" y="1341439"/>
            <a:ext cx="2773364" cy="418996"/>
          </a:xfrm>
          <a:solidFill>
            <a:schemeClr val="accent1"/>
          </a:solidFill>
        </p:spPr>
        <p:txBody>
          <a:bodyPr lIns="180000" tIns="36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Headline 1 line</a:t>
            </a:r>
          </a:p>
        </p:txBody>
      </p:sp>
      <p:sp>
        <p:nvSpPr>
          <p:cNvPr id="23" name="Textplatzhalter 8">
            <a:extLst>
              <a:ext uri="{FF2B5EF4-FFF2-40B4-BE49-F238E27FC236}">
                <a16:creationId xmlns:a16="http://schemas.microsoft.com/office/drawing/2014/main" id="{BD09981E-716C-C755-7906-66C0886DCC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83674" y="1760434"/>
            <a:ext cx="2773361" cy="4405416"/>
          </a:xfrm>
          <a:solidFill>
            <a:srgbClr val="F0F0F0"/>
          </a:solidFill>
        </p:spPr>
        <p:txBody>
          <a:bodyPr lIns="180000" tIns="144000" rIns="10800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  <a:lvl2pPr>
              <a:defRPr sz="1400"/>
            </a:lvl2pPr>
            <a:lvl3pPr marL="223838" indent="-217488">
              <a:tabLst/>
              <a:defRPr sz="1400"/>
            </a:lvl3pPr>
            <a:lvl4pPr marL="403225" indent="-179388">
              <a:tabLst/>
              <a:defRPr sz="1400"/>
            </a:lvl4pPr>
            <a:lvl5pPr marL="583200" indent="-180000">
              <a:tabLst/>
              <a:defRPr sz="1400"/>
            </a:lvl5pPr>
            <a:lvl6pPr marL="583200" indent="-180000">
              <a:defRPr sz="1400"/>
            </a:lvl6pPr>
            <a:lvl7pPr marL="583200" indent="-180000">
              <a:defRPr sz="1400"/>
            </a:lvl7pPr>
            <a:lvl8pPr marL="583200" indent="-180000">
              <a:defRPr sz="1400"/>
            </a:lvl8pPr>
            <a:lvl9pPr marL="583200" indent="-180000">
              <a:defRPr sz="14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Body text headline 14 pt. </a:t>
            </a:r>
          </a:p>
          <a:p>
            <a:pPr lvl="1"/>
            <a:r>
              <a:rPr lang="en-US" noProof="0" dirty="0"/>
              <a:t>Body text in 14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8D2BA807-CD6E-1024-DE1F-34AC24974C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427832243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  <p15:guide id="4" pos="5722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1958" userDrawn="1">
          <p15:clr>
            <a:srgbClr val="FBAE40"/>
          </p15:clr>
        </p15:guide>
        <p15:guide id="7" pos="204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E2E81D4-8332-8EE9-F7DA-392106FB31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643122"/>
            <a:ext cx="12191999" cy="21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7438" y="1341438"/>
            <a:ext cx="6024562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DF844895-C8F8-C003-532D-780AF3A41A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1341438"/>
            <a:ext cx="5689600" cy="4824412"/>
          </a:xfrm>
        </p:spPr>
        <p:txBody>
          <a:bodyPr/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4F368262-D0DF-E263-3370-C1284F433E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357338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3885">
          <p15:clr>
            <a:srgbClr val="FBAE40"/>
          </p15:clr>
        </p15:guide>
        <p15:guide id="3" pos="37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4963" y="1341438"/>
            <a:ext cx="11857037" cy="551656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0802A282-3622-805B-1224-52D4FB0ED9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3431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>
            <a:extLst>
              <a:ext uri="{FF2B5EF4-FFF2-40B4-BE49-F238E27FC236}">
                <a16:creationId xmlns:a16="http://schemas.microsoft.com/office/drawing/2014/main" id="{45E5BC78-92A8-FB0A-3708-891DC9EA1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8521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C18D4-68FF-00E9-19CB-AFDE760E82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C4E15A-6D3F-C928-BDF4-353C5FE80F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42F4A-A731-14BC-9C3B-34C39A0CEC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63E93A-32FD-4BF3-7CE4-256E6F6CBB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15322C6B-5061-5933-A7FB-3B430CC945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702553"/>
            <a:ext cx="11522075" cy="376790"/>
          </a:xfrm>
        </p:spPr>
        <p:txBody>
          <a:bodyPr/>
          <a:lstStyle>
            <a:lvl1pPr>
              <a:lnSpc>
                <a:spcPct val="80000"/>
              </a:lnSpc>
              <a:defRPr sz="3000" b="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in 30 point, black, regular, only 1 line</a:t>
            </a:r>
          </a:p>
        </p:txBody>
      </p:sp>
    </p:spTree>
    <p:extLst>
      <p:ext uri="{BB962C8B-B14F-4D97-AF65-F5344CB8AC3E}">
        <p14:creationId xmlns:p14="http://schemas.microsoft.com/office/powerpoint/2010/main" val="16893798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2D5EB1-AD83-04F2-6183-57EE2864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March 1, 2026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160C4C-E39E-803D-4B6F-641E3F79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B19F44-ECDF-7C48-1BBE-36774D28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7122046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gradien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1822365"/>
          </a:xfrm>
        </p:spPr>
        <p:txBody>
          <a:bodyPr/>
          <a:lstStyle>
            <a:lvl1pPr>
              <a:defRPr sz="12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Thank you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3CF4E23-D63D-0FF2-471D-4074A6AA91F5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bg1"/>
          </a:solidFill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233966E8-5373-AF34-8B55-7E68B6DE1A89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grpFill/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C95D27-A6E2-CF79-4493-2DB580342F4C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6" name="Freihandform 5">
                <a:extLst>
                  <a:ext uri="{FF2B5EF4-FFF2-40B4-BE49-F238E27FC236}">
                    <a16:creationId xmlns:a16="http://schemas.microsoft.com/office/drawing/2014/main" id="{84245F75-FAFC-E682-22B6-C95215638EF2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7" name="Freihandform 6">
                <a:extLst>
                  <a:ext uri="{FF2B5EF4-FFF2-40B4-BE49-F238E27FC236}">
                    <a16:creationId xmlns:a16="http://schemas.microsoft.com/office/drawing/2014/main" id="{27BA9E20-6D9C-3525-B73A-012F746E658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8" name="Freihandform 7">
                <a:extLst>
                  <a:ext uri="{FF2B5EF4-FFF2-40B4-BE49-F238E27FC236}">
                    <a16:creationId xmlns:a16="http://schemas.microsoft.com/office/drawing/2014/main" id="{F1C6FE0F-FB32-C3F0-68BB-FE61A409C73C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E567BB40-BE7D-F7CC-236F-4DC6A2607882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A981794B-09E7-DC40-BB19-300F4953857F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2" name="Freihandform 21">
                <a:extLst>
                  <a:ext uri="{FF2B5EF4-FFF2-40B4-BE49-F238E27FC236}">
                    <a16:creationId xmlns:a16="http://schemas.microsoft.com/office/drawing/2014/main" id="{D363079D-8836-42A7-F25B-F4DDFA5B0125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3" name="Freihandform 22">
                <a:extLst>
                  <a:ext uri="{FF2B5EF4-FFF2-40B4-BE49-F238E27FC236}">
                    <a16:creationId xmlns:a16="http://schemas.microsoft.com/office/drawing/2014/main" id="{87EE3D77-1592-9950-F426-053F19EC6CBE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9" name="MIO_AGENDA_LAST_SLIDE" hidden="1">
            <a:extLst>
              <a:ext uri="{FF2B5EF4-FFF2-40B4-BE49-F238E27FC236}">
                <a16:creationId xmlns:a16="http://schemas.microsoft.com/office/drawing/2014/main" id="{463AE123-1C5F-7515-1438-89659F10B2E3}"/>
              </a:ext>
            </a:extLst>
          </p:cNvPr>
          <p:cNvSpPr/>
          <p:nvPr userDrawn="1"/>
        </p:nvSpPr>
        <p:spPr>
          <a:xfrm>
            <a:off x="11857038" y="0"/>
            <a:ext cx="334962" cy="333375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59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8F92867-5AF1-0CC2-0C4D-22920BDC6D17}"/>
              </a:ext>
            </a:extLst>
          </p:cNvPr>
          <p:cNvGrpSpPr/>
          <p:nvPr userDrawn="1"/>
        </p:nvGrpSpPr>
        <p:grpSpPr>
          <a:xfrm>
            <a:off x="334963" y="6187795"/>
            <a:ext cx="2782309" cy="339307"/>
            <a:chOff x="4937369" y="-792841"/>
            <a:chExt cx="2082799" cy="254000"/>
          </a:xfrm>
          <a:solidFill>
            <a:schemeClr val="tx1"/>
          </a:solidFill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EE294525-160B-005F-1B48-3E25E840FECE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B995CE27-660E-DD99-2EE0-32F6AD46B77A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grpFill/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D4D72BB5-4C2F-042B-989F-F8FEF85DF7DD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71D46765-9A2A-014F-B7A6-82542332D1DE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4" name="Freihandform 13">
                <a:extLst>
                  <a:ext uri="{FF2B5EF4-FFF2-40B4-BE49-F238E27FC236}">
                    <a16:creationId xmlns:a16="http://schemas.microsoft.com/office/drawing/2014/main" id="{C798D383-37C3-BB16-7DF8-1647B7C7A44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F16876C7-8105-02C4-5BDA-B2F78469248C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08F727D1-E93F-C7CE-E33D-CAACD1470E18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E501C033-09E2-677D-2302-0144387E460D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7D8137F1-F787-25E5-6F5B-5A265D63D34A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itel 20">
            <a:extLst>
              <a:ext uri="{FF2B5EF4-FFF2-40B4-BE49-F238E27FC236}">
                <a16:creationId xmlns:a16="http://schemas.microsoft.com/office/drawing/2014/main" id="{B6286A15-FF80-FDFC-34F7-71F6663B4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271588"/>
            <a:ext cx="11522075" cy="2160587"/>
          </a:xfrm>
        </p:spPr>
        <p:txBody>
          <a:bodyPr/>
          <a:lstStyle>
            <a:lvl1pPr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presence.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827EC2E-048F-F89D-AF4C-7CF6A771E2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4134662"/>
            <a:ext cx="5870575" cy="1633538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/>
              <a:t>Name Surname</a:t>
            </a:r>
          </a:p>
          <a:p>
            <a:pPr lvl="1"/>
            <a:r>
              <a:rPr lang="en-US" noProof="0" dirty="0" err="1"/>
              <a:t>mail@aumovio.com</a:t>
            </a:r>
            <a:endParaRPr lang="en-US" noProof="0" dirty="0"/>
          </a:p>
        </p:txBody>
      </p:sp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99D0E23C-A1A1-8091-7D3D-256B42A45761}"/>
              </a:ext>
            </a:extLst>
          </p:cNvPr>
          <p:cNvSpPr/>
          <p:nvPr userDrawn="1"/>
        </p:nvSpPr>
        <p:spPr>
          <a:xfrm>
            <a:off x="11857038" y="0"/>
            <a:ext cx="334962" cy="333375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571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BBD565-E17C-4F7A-45C3-92438432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33376"/>
            <a:ext cx="11522075" cy="358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Headline in 30 point, orange, regular, only 1 line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B85A0F-5E9C-C78C-376B-20133125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364343"/>
            <a:ext cx="11522075" cy="48015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Body text headline in 18 point, bold </a:t>
            </a:r>
          </a:p>
          <a:p>
            <a:pPr lvl="1"/>
            <a:r>
              <a:rPr lang="en-US" noProof="0" dirty="0"/>
              <a:t>Body text in 18 point, regular</a:t>
            </a:r>
          </a:p>
          <a:p>
            <a:pPr lvl="2"/>
            <a:r>
              <a:rPr lang="en-US" noProof="0" dirty="0"/>
              <a:t>First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3"/>
            <a:r>
              <a:rPr lang="en-US" noProof="0" dirty="0"/>
              <a:t>Second Level Bullet</a:t>
            </a:r>
            <a:br>
              <a:rPr lang="en-US" noProof="0" dirty="0"/>
            </a:br>
            <a:r>
              <a:rPr lang="en-US" noProof="0" dirty="0"/>
              <a:t>second line</a:t>
            </a:r>
          </a:p>
          <a:p>
            <a:pPr lvl="4"/>
            <a:r>
              <a:rPr lang="en-US" noProof="0" dirty="0"/>
              <a:t>Third Level Bullet</a:t>
            </a:r>
          </a:p>
          <a:p>
            <a:pPr lvl="5"/>
            <a:r>
              <a:rPr lang="en-US" noProof="0" dirty="0"/>
              <a:t>Fourth Level Bullet</a:t>
            </a:r>
          </a:p>
          <a:p>
            <a:pPr lvl="6"/>
            <a:r>
              <a:rPr lang="en-US" noProof="0" dirty="0"/>
              <a:t>Fifth Level Bullet</a:t>
            </a:r>
          </a:p>
          <a:p>
            <a:pPr lvl="7"/>
            <a:r>
              <a:rPr lang="en-US" noProof="0" dirty="0"/>
              <a:t>Sixth Level Bullet</a:t>
            </a:r>
          </a:p>
          <a:p>
            <a:pPr lvl="8"/>
            <a:r>
              <a:rPr lang="en-US" noProof="0" dirty="0"/>
              <a:t>Seventh Level Bullet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70E55E-183D-1A63-282C-11FB24848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00832" y="6416585"/>
            <a:ext cx="1824344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March 1, 2026</a:t>
            </a:r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6AA38-8E3B-24B0-3B5E-9717DCDAC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879" y="6416585"/>
            <a:ext cx="2500728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D73CE1-8E64-5120-EA0D-90A2E46E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3850" y="6416585"/>
            <a:ext cx="523187" cy="13103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lnSpc>
                <a:spcPct val="90000"/>
              </a:lnSpc>
              <a:defRPr sz="800">
                <a:solidFill>
                  <a:schemeClr val="accent3"/>
                </a:solidFill>
              </a:defRPr>
            </a:lvl1pPr>
          </a:lstStyle>
          <a:p>
            <a:fld id="{C2AA9976-F1F1-4B61-8A7D-E40EF9C545B2}" type="slidenum">
              <a:rPr lang="en-US" noProof="0"/>
              <a:pPr/>
              <a:t>‹#›</a:t>
            </a:fld>
            <a:endParaRPr lang="en-US" noProof="0" dirty="0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B5CA798-BEF4-F65D-7968-6E7ABE5A59B9}"/>
              </a:ext>
            </a:extLst>
          </p:cNvPr>
          <p:cNvGrpSpPr/>
          <p:nvPr userDrawn="1"/>
        </p:nvGrpSpPr>
        <p:grpSpPr>
          <a:xfrm>
            <a:off x="334963" y="6357987"/>
            <a:ext cx="1398586" cy="170560"/>
            <a:chOff x="4937369" y="-792841"/>
            <a:chExt cx="2082799" cy="254000"/>
          </a:xfrm>
        </p:grpSpPr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9506CE2A-161C-38BE-D35D-C505B23CDCD3}"/>
                </a:ext>
              </a:extLst>
            </p:cNvPr>
            <p:cNvSpPr/>
            <p:nvPr/>
          </p:nvSpPr>
          <p:spPr>
            <a:xfrm>
              <a:off x="4937369" y="-792841"/>
              <a:ext cx="382323" cy="254000"/>
            </a:xfrm>
            <a:custGeom>
              <a:avLst/>
              <a:gdLst>
                <a:gd name="connsiteX0" fmla="*/ 324781 w 382323"/>
                <a:gd name="connsiteY0" fmla="*/ 146756 h 254000"/>
                <a:gd name="connsiteX1" fmla="*/ 282270 w 382323"/>
                <a:gd name="connsiteY1" fmla="*/ 120843 h 254000"/>
                <a:gd name="connsiteX2" fmla="*/ 25920 w 382323"/>
                <a:gd name="connsiteY2" fmla="*/ 254000 h 254000"/>
                <a:gd name="connsiteX3" fmla="*/ 0 w 382323"/>
                <a:gd name="connsiteY3" fmla="*/ 238350 h 254000"/>
                <a:gd name="connsiteX4" fmla="*/ 3888 w 382323"/>
                <a:gd name="connsiteY4" fmla="*/ 226035 h 254000"/>
                <a:gd name="connsiteX5" fmla="*/ 137896 w 382323"/>
                <a:gd name="connsiteY5" fmla="*/ 16677 h 254000"/>
                <a:gd name="connsiteX6" fmla="*/ 161741 w 382323"/>
                <a:gd name="connsiteY6" fmla="*/ 0 h 254000"/>
                <a:gd name="connsiteX7" fmla="*/ 185329 w 382323"/>
                <a:gd name="connsiteY7" fmla="*/ 20782 h 254000"/>
                <a:gd name="connsiteX8" fmla="*/ 249611 w 382323"/>
                <a:gd name="connsiteY8" fmla="*/ 174208 h 254000"/>
                <a:gd name="connsiteX9" fmla="*/ 333333 w 382323"/>
                <a:gd name="connsiteY9" fmla="*/ 254000 h 254000"/>
                <a:gd name="connsiteX10" fmla="*/ 365993 w 382323"/>
                <a:gd name="connsiteY10" fmla="*/ 254000 h 254000"/>
                <a:gd name="connsiteX11" fmla="*/ 382323 w 382323"/>
                <a:gd name="connsiteY11" fmla="*/ 238350 h 254000"/>
                <a:gd name="connsiteX12" fmla="*/ 380508 w 382323"/>
                <a:gd name="connsiteY12" fmla="*/ 231679 h 254000"/>
                <a:gd name="connsiteX13" fmla="*/ 324781 w 382323"/>
                <a:gd name="connsiteY13" fmla="*/ 146756 h 25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2323" h="254000">
                  <a:moveTo>
                    <a:pt x="324781" y="146756"/>
                  </a:moveTo>
                  <a:cubicBezTo>
                    <a:pt x="312598" y="128283"/>
                    <a:pt x="297563" y="120843"/>
                    <a:pt x="282270" y="120843"/>
                  </a:cubicBezTo>
                  <a:cubicBezTo>
                    <a:pt x="222395" y="120843"/>
                    <a:pt x="123639" y="254000"/>
                    <a:pt x="25920" y="254000"/>
                  </a:cubicBezTo>
                  <a:cubicBezTo>
                    <a:pt x="6739" y="254000"/>
                    <a:pt x="0" y="248869"/>
                    <a:pt x="0" y="238350"/>
                  </a:cubicBezTo>
                  <a:cubicBezTo>
                    <a:pt x="0" y="233732"/>
                    <a:pt x="1296" y="230139"/>
                    <a:pt x="3888" y="226035"/>
                  </a:cubicBezTo>
                  <a:lnTo>
                    <a:pt x="137896" y="16677"/>
                  </a:lnTo>
                  <a:cubicBezTo>
                    <a:pt x="144893" y="5644"/>
                    <a:pt x="152929" y="0"/>
                    <a:pt x="161741" y="0"/>
                  </a:cubicBezTo>
                  <a:cubicBezTo>
                    <a:pt x="171591" y="0"/>
                    <a:pt x="179627" y="7184"/>
                    <a:pt x="185329" y="20782"/>
                  </a:cubicBezTo>
                  <a:lnTo>
                    <a:pt x="249611" y="174208"/>
                  </a:lnTo>
                  <a:cubicBezTo>
                    <a:pt x="267496" y="216542"/>
                    <a:pt x="294712" y="254000"/>
                    <a:pt x="333333" y="254000"/>
                  </a:cubicBezTo>
                  <a:lnTo>
                    <a:pt x="365993" y="254000"/>
                  </a:lnTo>
                  <a:cubicBezTo>
                    <a:pt x="376360" y="254000"/>
                    <a:pt x="382323" y="246047"/>
                    <a:pt x="382323" y="238350"/>
                  </a:cubicBezTo>
                  <a:cubicBezTo>
                    <a:pt x="382323" y="236040"/>
                    <a:pt x="381803" y="233732"/>
                    <a:pt x="380508" y="231679"/>
                  </a:cubicBezTo>
                  <a:lnTo>
                    <a:pt x="324781" y="146756"/>
                  </a:lnTo>
                  <a:close/>
                </a:path>
              </a:pathLst>
            </a:custGeom>
            <a:solidFill>
              <a:schemeClr val="accent1"/>
            </a:solidFill>
            <a:ln w="94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5760F65-EBAF-4762-2F0F-D2F4E10D951B}"/>
                </a:ext>
              </a:extLst>
            </p:cNvPr>
            <p:cNvGrpSpPr/>
            <p:nvPr userDrawn="1"/>
          </p:nvGrpSpPr>
          <p:grpSpPr>
            <a:xfrm>
              <a:off x="5396922" y="-790020"/>
              <a:ext cx="1623246" cy="248355"/>
              <a:chOff x="5396922" y="-790020"/>
              <a:chExt cx="1623246" cy="248355"/>
            </a:xfrm>
            <a:solidFill>
              <a:schemeClr val="tx1"/>
            </a:solidFill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1916766E-05E4-6854-B2B9-24B409E91D11}"/>
                  </a:ext>
                </a:extLst>
              </p:cNvPr>
              <p:cNvSpPr/>
              <p:nvPr/>
            </p:nvSpPr>
            <p:spPr>
              <a:xfrm>
                <a:off x="6767237" y="-790020"/>
                <a:ext cx="252931" cy="248355"/>
              </a:xfrm>
              <a:custGeom>
                <a:avLst/>
                <a:gdLst>
                  <a:gd name="connsiteX0" fmla="*/ 126290 w 252931"/>
                  <a:gd name="connsiteY0" fmla="*/ 248356 h 248355"/>
                  <a:gd name="connsiteX1" fmla="*/ 0 w 252931"/>
                  <a:gd name="connsiteY1" fmla="*/ 124178 h 248355"/>
                  <a:gd name="connsiteX2" fmla="*/ 126290 w 252931"/>
                  <a:gd name="connsiteY2" fmla="*/ 0 h 248355"/>
                  <a:gd name="connsiteX3" fmla="*/ 252932 w 252931"/>
                  <a:gd name="connsiteY3" fmla="*/ 124178 h 248355"/>
                  <a:gd name="connsiteX4" fmla="*/ 126290 w 252931"/>
                  <a:gd name="connsiteY4" fmla="*/ 248356 h 248355"/>
                  <a:gd name="connsiteX5" fmla="*/ 126290 w 252931"/>
                  <a:gd name="connsiteY5" fmla="*/ 210900 h 248355"/>
                  <a:gd name="connsiteX6" fmla="*/ 210601 w 252931"/>
                  <a:gd name="connsiteY6" fmla="*/ 124178 h 248355"/>
                  <a:gd name="connsiteX7" fmla="*/ 126290 w 252931"/>
                  <a:gd name="connsiteY7" fmla="*/ 37456 h 248355"/>
                  <a:gd name="connsiteX8" fmla="*/ 42322 w 252931"/>
                  <a:gd name="connsiteY8" fmla="*/ 124178 h 248355"/>
                  <a:gd name="connsiteX9" fmla="*/ 126290 w 25293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31" h="248355">
                    <a:moveTo>
                      <a:pt x="126290" y="248356"/>
                    </a:moveTo>
                    <a:cubicBezTo>
                      <a:pt x="54267" y="248356"/>
                      <a:pt x="0" y="194702"/>
                      <a:pt x="0" y="124178"/>
                    </a:cubicBezTo>
                    <a:cubicBezTo>
                      <a:pt x="0" y="53653"/>
                      <a:pt x="54267" y="0"/>
                      <a:pt x="126290" y="0"/>
                    </a:cubicBezTo>
                    <a:cubicBezTo>
                      <a:pt x="198655" y="0"/>
                      <a:pt x="252932" y="53653"/>
                      <a:pt x="252932" y="124178"/>
                    </a:cubicBezTo>
                    <a:cubicBezTo>
                      <a:pt x="252932" y="194702"/>
                      <a:pt x="198655" y="248356"/>
                      <a:pt x="126290" y="248356"/>
                    </a:cubicBezTo>
                    <a:close/>
                    <a:moveTo>
                      <a:pt x="126290" y="210900"/>
                    </a:moveTo>
                    <a:cubicBezTo>
                      <a:pt x="173738" y="210900"/>
                      <a:pt x="210601" y="173444"/>
                      <a:pt x="210601" y="124178"/>
                    </a:cubicBezTo>
                    <a:cubicBezTo>
                      <a:pt x="210601" y="74574"/>
                      <a:pt x="173738" y="37456"/>
                      <a:pt x="126290" y="37456"/>
                    </a:cubicBezTo>
                    <a:cubicBezTo>
                      <a:pt x="78842" y="37456"/>
                      <a:pt x="42322" y="74574"/>
                      <a:pt x="42322" y="124178"/>
                    </a:cubicBezTo>
                    <a:cubicBezTo>
                      <a:pt x="42322" y="173781"/>
                      <a:pt x="78842" y="210900"/>
                      <a:pt x="126290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" name="Freihandform 15">
                <a:extLst>
                  <a:ext uri="{FF2B5EF4-FFF2-40B4-BE49-F238E27FC236}">
                    <a16:creationId xmlns:a16="http://schemas.microsoft.com/office/drawing/2014/main" id="{2C9FF7C9-EFF6-8C61-FE2C-B29AAAA11EA1}"/>
                  </a:ext>
                </a:extLst>
              </p:cNvPr>
              <p:cNvSpPr/>
              <p:nvPr/>
            </p:nvSpPr>
            <p:spPr>
              <a:xfrm>
                <a:off x="6693426" y="-783948"/>
                <a:ext cx="40961" cy="236207"/>
              </a:xfrm>
              <a:custGeom>
                <a:avLst/>
                <a:gdLst>
                  <a:gd name="connsiteX0" fmla="*/ 0 w 40961"/>
                  <a:gd name="connsiteY0" fmla="*/ 236208 h 236207"/>
                  <a:gd name="connsiteX1" fmla="*/ 0 w 40961"/>
                  <a:gd name="connsiteY1" fmla="*/ 0 h 236207"/>
                  <a:gd name="connsiteX2" fmla="*/ 40962 w 40961"/>
                  <a:gd name="connsiteY2" fmla="*/ 0 h 236207"/>
                  <a:gd name="connsiteX3" fmla="*/ 40962 w 40961"/>
                  <a:gd name="connsiteY3" fmla="*/ 236208 h 236207"/>
                  <a:gd name="connsiteX4" fmla="*/ 0 w 40961"/>
                  <a:gd name="connsiteY4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61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40962" y="0"/>
                    </a:lnTo>
                    <a:lnTo>
                      <a:pt x="40962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4256966B-507E-DD55-7648-9CCAC21F8721}"/>
                  </a:ext>
                </a:extLst>
              </p:cNvPr>
              <p:cNvSpPr/>
              <p:nvPr/>
            </p:nvSpPr>
            <p:spPr>
              <a:xfrm>
                <a:off x="6444783" y="-783948"/>
                <a:ext cx="227329" cy="236207"/>
              </a:xfrm>
              <a:custGeom>
                <a:avLst/>
                <a:gdLst>
                  <a:gd name="connsiteX0" fmla="*/ 77824 w 227329"/>
                  <a:gd name="connsiteY0" fmla="*/ 236208 h 236207"/>
                  <a:gd name="connsiteX1" fmla="*/ 0 w 227329"/>
                  <a:gd name="connsiteY1" fmla="*/ 0 h 236207"/>
                  <a:gd name="connsiteX2" fmla="*/ 43691 w 227329"/>
                  <a:gd name="connsiteY2" fmla="*/ 0 h 236207"/>
                  <a:gd name="connsiteX3" fmla="*/ 111615 w 227329"/>
                  <a:gd name="connsiteY3" fmla="*/ 220011 h 236207"/>
                  <a:gd name="connsiteX4" fmla="*/ 115030 w 227329"/>
                  <a:gd name="connsiteY4" fmla="*/ 220011 h 236207"/>
                  <a:gd name="connsiteX5" fmla="*/ 183638 w 227329"/>
                  <a:gd name="connsiteY5" fmla="*/ 0 h 236207"/>
                  <a:gd name="connsiteX6" fmla="*/ 227330 w 227329"/>
                  <a:gd name="connsiteY6" fmla="*/ 0 h 236207"/>
                  <a:gd name="connsiteX7" fmla="*/ 148478 w 227329"/>
                  <a:gd name="connsiteY7" fmla="*/ 236208 h 236207"/>
                  <a:gd name="connsiteX8" fmla="*/ 77824 w 227329"/>
                  <a:gd name="connsiteY8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329" h="236207">
                    <a:moveTo>
                      <a:pt x="77824" y="236208"/>
                    </a:moveTo>
                    <a:lnTo>
                      <a:pt x="0" y="0"/>
                    </a:lnTo>
                    <a:lnTo>
                      <a:pt x="43691" y="0"/>
                    </a:lnTo>
                    <a:lnTo>
                      <a:pt x="111615" y="220011"/>
                    </a:lnTo>
                    <a:lnTo>
                      <a:pt x="115030" y="220011"/>
                    </a:lnTo>
                    <a:lnTo>
                      <a:pt x="183638" y="0"/>
                    </a:lnTo>
                    <a:lnTo>
                      <a:pt x="227330" y="0"/>
                    </a:lnTo>
                    <a:lnTo>
                      <a:pt x="148478" y="236208"/>
                    </a:lnTo>
                    <a:lnTo>
                      <a:pt x="77824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" name="Freihandform 17">
                <a:extLst>
                  <a:ext uri="{FF2B5EF4-FFF2-40B4-BE49-F238E27FC236}">
                    <a16:creationId xmlns:a16="http://schemas.microsoft.com/office/drawing/2014/main" id="{DA54C965-FE2A-E60A-5F1A-96BEEC811416}"/>
                  </a:ext>
                </a:extLst>
              </p:cNvPr>
              <p:cNvSpPr/>
              <p:nvPr/>
            </p:nvSpPr>
            <p:spPr>
              <a:xfrm>
                <a:off x="6188361" y="-790020"/>
                <a:ext cx="252941" cy="248355"/>
              </a:xfrm>
              <a:custGeom>
                <a:avLst/>
                <a:gdLst>
                  <a:gd name="connsiteX0" fmla="*/ 126299 w 252941"/>
                  <a:gd name="connsiteY0" fmla="*/ 248356 h 248355"/>
                  <a:gd name="connsiteX1" fmla="*/ 0 w 252941"/>
                  <a:gd name="connsiteY1" fmla="*/ 124178 h 248355"/>
                  <a:gd name="connsiteX2" fmla="*/ 126299 w 252941"/>
                  <a:gd name="connsiteY2" fmla="*/ 0 h 248355"/>
                  <a:gd name="connsiteX3" fmla="*/ 252941 w 252941"/>
                  <a:gd name="connsiteY3" fmla="*/ 124178 h 248355"/>
                  <a:gd name="connsiteX4" fmla="*/ 126299 w 252941"/>
                  <a:gd name="connsiteY4" fmla="*/ 248356 h 248355"/>
                  <a:gd name="connsiteX5" fmla="*/ 126299 w 252941"/>
                  <a:gd name="connsiteY5" fmla="*/ 210900 h 248355"/>
                  <a:gd name="connsiteX6" fmla="*/ 210610 w 252941"/>
                  <a:gd name="connsiteY6" fmla="*/ 124178 h 248355"/>
                  <a:gd name="connsiteX7" fmla="*/ 126299 w 252941"/>
                  <a:gd name="connsiteY7" fmla="*/ 37456 h 248355"/>
                  <a:gd name="connsiteX8" fmla="*/ 42331 w 252941"/>
                  <a:gd name="connsiteY8" fmla="*/ 124178 h 248355"/>
                  <a:gd name="connsiteX9" fmla="*/ 126299 w 252941"/>
                  <a:gd name="connsiteY9" fmla="*/ 210900 h 248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941" h="248355">
                    <a:moveTo>
                      <a:pt x="126299" y="248356"/>
                    </a:moveTo>
                    <a:cubicBezTo>
                      <a:pt x="54276" y="248356"/>
                      <a:pt x="0" y="194702"/>
                      <a:pt x="0" y="124178"/>
                    </a:cubicBezTo>
                    <a:cubicBezTo>
                      <a:pt x="0" y="53653"/>
                      <a:pt x="54276" y="0"/>
                      <a:pt x="126299" y="0"/>
                    </a:cubicBezTo>
                    <a:cubicBezTo>
                      <a:pt x="198665" y="0"/>
                      <a:pt x="252941" y="53653"/>
                      <a:pt x="252941" y="124178"/>
                    </a:cubicBezTo>
                    <a:cubicBezTo>
                      <a:pt x="252941" y="194702"/>
                      <a:pt x="198665" y="248356"/>
                      <a:pt x="126299" y="248356"/>
                    </a:cubicBezTo>
                    <a:close/>
                    <a:moveTo>
                      <a:pt x="126299" y="210900"/>
                    </a:moveTo>
                    <a:cubicBezTo>
                      <a:pt x="173747" y="210900"/>
                      <a:pt x="210610" y="173444"/>
                      <a:pt x="210610" y="124178"/>
                    </a:cubicBezTo>
                    <a:cubicBezTo>
                      <a:pt x="210610" y="74574"/>
                      <a:pt x="173747" y="37456"/>
                      <a:pt x="126299" y="37456"/>
                    </a:cubicBezTo>
                    <a:cubicBezTo>
                      <a:pt x="78852" y="37456"/>
                      <a:pt x="42331" y="74574"/>
                      <a:pt x="42331" y="124178"/>
                    </a:cubicBezTo>
                    <a:cubicBezTo>
                      <a:pt x="42331" y="173781"/>
                      <a:pt x="78852" y="210900"/>
                      <a:pt x="126299" y="210900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B0768A78-5550-9F6D-B66E-BA3B5655D30B}"/>
                  </a:ext>
                </a:extLst>
              </p:cNvPr>
              <p:cNvSpPr/>
              <p:nvPr/>
            </p:nvSpPr>
            <p:spPr>
              <a:xfrm>
                <a:off x="5884690" y="-783948"/>
                <a:ext cx="270688" cy="236207"/>
              </a:xfrm>
              <a:custGeom>
                <a:avLst/>
                <a:gdLst>
                  <a:gd name="connsiteX0" fmla="*/ 0 w 270688"/>
                  <a:gd name="connsiteY0" fmla="*/ 236208 h 236207"/>
                  <a:gd name="connsiteX1" fmla="*/ 0 w 270688"/>
                  <a:gd name="connsiteY1" fmla="*/ 0 h 236207"/>
                  <a:gd name="connsiteX2" fmla="*/ 80897 w 270688"/>
                  <a:gd name="connsiteY2" fmla="*/ 0 h 236207"/>
                  <a:gd name="connsiteX3" fmla="*/ 132787 w 270688"/>
                  <a:gd name="connsiteY3" fmla="*/ 220011 h 236207"/>
                  <a:gd name="connsiteX4" fmla="*/ 136201 w 270688"/>
                  <a:gd name="connsiteY4" fmla="*/ 220011 h 236207"/>
                  <a:gd name="connsiteX5" fmla="*/ 193540 w 270688"/>
                  <a:gd name="connsiteY5" fmla="*/ 0 h 236207"/>
                  <a:gd name="connsiteX6" fmla="*/ 270689 w 270688"/>
                  <a:gd name="connsiteY6" fmla="*/ 0 h 236207"/>
                  <a:gd name="connsiteX7" fmla="*/ 270689 w 270688"/>
                  <a:gd name="connsiteY7" fmla="*/ 236208 h 236207"/>
                  <a:gd name="connsiteX8" fmla="*/ 229727 w 270688"/>
                  <a:gd name="connsiteY8" fmla="*/ 236208 h 236207"/>
                  <a:gd name="connsiteX9" fmla="*/ 229727 w 270688"/>
                  <a:gd name="connsiteY9" fmla="*/ 16197 h 236207"/>
                  <a:gd name="connsiteX10" fmla="*/ 225628 w 270688"/>
                  <a:gd name="connsiteY10" fmla="*/ 16197 h 236207"/>
                  <a:gd name="connsiteX11" fmla="*/ 169307 w 270688"/>
                  <a:gd name="connsiteY11" fmla="*/ 236208 h 236207"/>
                  <a:gd name="connsiteX12" fmla="*/ 98653 w 270688"/>
                  <a:gd name="connsiteY12" fmla="*/ 236208 h 236207"/>
                  <a:gd name="connsiteX13" fmla="*/ 45062 w 270688"/>
                  <a:gd name="connsiteY13" fmla="*/ 16197 h 236207"/>
                  <a:gd name="connsiteX14" fmla="*/ 40963 w 270688"/>
                  <a:gd name="connsiteY14" fmla="*/ 16197 h 236207"/>
                  <a:gd name="connsiteX15" fmla="*/ 40963 w 270688"/>
                  <a:gd name="connsiteY15" fmla="*/ 236208 h 236207"/>
                  <a:gd name="connsiteX16" fmla="*/ 0 w 270688"/>
                  <a:gd name="connsiteY16" fmla="*/ 236208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0688" h="236207">
                    <a:moveTo>
                      <a:pt x="0" y="236208"/>
                    </a:moveTo>
                    <a:lnTo>
                      <a:pt x="0" y="0"/>
                    </a:lnTo>
                    <a:lnTo>
                      <a:pt x="80897" y="0"/>
                    </a:lnTo>
                    <a:lnTo>
                      <a:pt x="132787" y="220011"/>
                    </a:lnTo>
                    <a:lnTo>
                      <a:pt x="136201" y="220011"/>
                    </a:lnTo>
                    <a:lnTo>
                      <a:pt x="193540" y="0"/>
                    </a:lnTo>
                    <a:lnTo>
                      <a:pt x="270689" y="0"/>
                    </a:lnTo>
                    <a:lnTo>
                      <a:pt x="270689" y="236208"/>
                    </a:lnTo>
                    <a:lnTo>
                      <a:pt x="229727" y="236208"/>
                    </a:lnTo>
                    <a:lnTo>
                      <a:pt x="229727" y="16197"/>
                    </a:lnTo>
                    <a:lnTo>
                      <a:pt x="225628" y="16197"/>
                    </a:lnTo>
                    <a:lnTo>
                      <a:pt x="169307" y="236208"/>
                    </a:lnTo>
                    <a:lnTo>
                      <a:pt x="98653" y="236208"/>
                    </a:lnTo>
                    <a:lnTo>
                      <a:pt x="45062" y="16197"/>
                    </a:lnTo>
                    <a:lnTo>
                      <a:pt x="40963" y="16197"/>
                    </a:lnTo>
                    <a:lnTo>
                      <a:pt x="40963" y="236208"/>
                    </a:lnTo>
                    <a:lnTo>
                      <a:pt x="0" y="236208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14A796AA-6DB6-3619-C634-1E8C77796D3E}"/>
                  </a:ext>
                </a:extLst>
              </p:cNvPr>
              <p:cNvSpPr/>
              <p:nvPr/>
            </p:nvSpPr>
            <p:spPr>
              <a:xfrm>
                <a:off x="5644870" y="-783948"/>
                <a:ext cx="197298" cy="241944"/>
              </a:xfrm>
              <a:custGeom>
                <a:avLst/>
                <a:gdLst>
                  <a:gd name="connsiteX0" fmla="*/ 98307 w 197298"/>
                  <a:gd name="connsiteY0" fmla="*/ 241944 h 241944"/>
                  <a:gd name="connsiteX1" fmla="*/ 0 w 197298"/>
                  <a:gd name="connsiteY1" fmla="*/ 146449 h 241944"/>
                  <a:gd name="connsiteX2" fmla="*/ 0 w 197298"/>
                  <a:gd name="connsiteY2" fmla="*/ 0 h 241944"/>
                  <a:gd name="connsiteX3" fmla="*/ 40964 w 197298"/>
                  <a:gd name="connsiteY3" fmla="*/ 0 h 241944"/>
                  <a:gd name="connsiteX4" fmla="*/ 40964 w 197298"/>
                  <a:gd name="connsiteY4" fmla="*/ 143749 h 241944"/>
                  <a:gd name="connsiteX5" fmla="*/ 98648 w 197298"/>
                  <a:gd name="connsiteY5" fmla="*/ 205163 h 241944"/>
                  <a:gd name="connsiteX6" fmla="*/ 156336 w 197298"/>
                  <a:gd name="connsiteY6" fmla="*/ 143749 h 241944"/>
                  <a:gd name="connsiteX7" fmla="*/ 156336 w 197298"/>
                  <a:gd name="connsiteY7" fmla="*/ 0 h 241944"/>
                  <a:gd name="connsiteX8" fmla="*/ 197298 w 197298"/>
                  <a:gd name="connsiteY8" fmla="*/ 0 h 241944"/>
                  <a:gd name="connsiteX9" fmla="*/ 197298 w 197298"/>
                  <a:gd name="connsiteY9" fmla="*/ 146449 h 241944"/>
                  <a:gd name="connsiteX10" fmla="*/ 98307 w 197298"/>
                  <a:gd name="connsiteY10" fmla="*/ 241944 h 241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7298" h="241944">
                    <a:moveTo>
                      <a:pt x="98307" y="241944"/>
                    </a:moveTo>
                    <a:cubicBezTo>
                      <a:pt x="35499" y="241944"/>
                      <a:pt x="0" y="206513"/>
                      <a:pt x="0" y="146449"/>
                    </a:cubicBezTo>
                    <a:lnTo>
                      <a:pt x="0" y="0"/>
                    </a:lnTo>
                    <a:lnTo>
                      <a:pt x="40964" y="0"/>
                    </a:lnTo>
                    <a:lnTo>
                      <a:pt x="40964" y="143749"/>
                    </a:lnTo>
                    <a:cubicBezTo>
                      <a:pt x="40964" y="181542"/>
                      <a:pt x="60076" y="205163"/>
                      <a:pt x="98648" y="205163"/>
                    </a:cubicBezTo>
                    <a:cubicBezTo>
                      <a:pt x="137222" y="205163"/>
                      <a:pt x="156336" y="181542"/>
                      <a:pt x="156336" y="143749"/>
                    </a:cubicBezTo>
                    <a:lnTo>
                      <a:pt x="156336" y="0"/>
                    </a:lnTo>
                    <a:lnTo>
                      <a:pt x="197298" y="0"/>
                    </a:lnTo>
                    <a:lnTo>
                      <a:pt x="197298" y="146449"/>
                    </a:lnTo>
                    <a:cubicBezTo>
                      <a:pt x="197298" y="206850"/>
                      <a:pt x="161796" y="241944"/>
                      <a:pt x="98307" y="241944"/>
                    </a:cubicBez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1" name="Freihandform 20">
                <a:extLst>
                  <a:ext uri="{FF2B5EF4-FFF2-40B4-BE49-F238E27FC236}">
                    <a16:creationId xmlns:a16="http://schemas.microsoft.com/office/drawing/2014/main" id="{4B4A18FB-86B5-D41B-5CBD-8621999CC501}"/>
                  </a:ext>
                </a:extLst>
              </p:cNvPr>
              <p:cNvSpPr/>
              <p:nvPr/>
            </p:nvSpPr>
            <p:spPr>
              <a:xfrm>
                <a:off x="5396922" y="-783948"/>
                <a:ext cx="229040" cy="236207"/>
              </a:xfrm>
              <a:custGeom>
                <a:avLst/>
                <a:gdLst>
                  <a:gd name="connsiteX0" fmla="*/ 0 w 229040"/>
                  <a:gd name="connsiteY0" fmla="*/ 236208 h 236207"/>
                  <a:gd name="connsiteX1" fmla="*/ 77483 w 229040"/>
                  <a:gd name="connsiteY1" fmla="*/ 0 h 236207"/>
                  <a:gd name="connsiteX2" fmla="*/ 151898 w 229040"/>
                  <a:gd name="connsiteY2" fmla="*/ 0 h 236207"/>
                  <a:gd name="connsiteX3" fmla="*/ 229041 w 229040"/>
                  <a:gd name="connsiteY3" fmla="*/ 236208 h 236207"/>
                  <a:gd name="connsiteX4" fmla="*/ 185689 w 229040"/>
                  <a:gd name="connsiteY4" fmla="*/ 236208 h 236207"/>
                  <a:gd name="connsiteX5" fmla="*/ 167940 w 229040"/>
                  <a:gd name="connsiteY5" fmla="*/ 180530 h 236207"/>
                  <a:gd name="connsiteX6" fmla="*/ 60760 w 229040"/>
                  <a:gd name="connsiteY6" fmla="*/ 180530 h 236207"/>
                  <a:gd name="connsiteX7" fmla="*/ 43349 w 229040"/>
                  <a:gd name="connsiteY7" fmla="*/ 236208 h 236207"/>
                  <a:gd name="connsiteX8" fmla="*/ 0 w 229040"/>
                  <a:gd name="connsiteY8" fmla="*/ 236208 h 236207"/>
                  <a:gd name="connsiteX9" fmla="*/ 70998 w 229040"/>
                  <a:gd name="connsiteY9" fmla="*/ 147799 h 236207"/>
                  <a:gd name="connsiteX10" fmla="*/ 157699 w 229040"/>
                  <a:gd name="connsiteY10" fmla="*/ 147799 h 236207"/>
                  <a:gd name="connsiteX11" fmla="*/ 115714 w 229040"/>
                  <a:gd name="connsiteY11" fmla="*/ 16197 h 236207"/>
                  <a:gd name="connsiteX12" fmla="*/ 112302 w 229040"/>
                  <a:gd name="connsiteY12" fmla="*/ 16197 h 236207"/>
                  <a:gd name="connsiteX13" fmla="*/ 70998 w 229040"/>
                  <a:gd name="connsiteY13" fmla="*/ 147799 h 2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9040" h="236207">
                    <a:moveTo>
                      <a:pt x="0" y="236208"/>
                    </a:moveTo>
                    <a:lnTo>
                      <a:pt x="77483" y="0"/>
                    </a:lnTo>
                    <a:lnTo>
                      <a:pt x="151898" y="0"/>
                    </a:lnTo>
                    <a:lnTo>
                      <a:pt x="229041" y="236208"/>
                    </a:lnTo>
                    <a:lnTo>
                      <a:pt x="185689" y="236208"/>
                    </a:lnTo>
                    <a:lnTo>
                      <a:pt x="167940" y="180530"/>
                    </a:lnTo>
                    <a:lnTo>
                      <a:pt x="60760" y="180530"/>
                    </a:lnTo>
                    <a:lnTo>
                      <a:pt x="43349" y="236208"/>
                    </a:lnTo>
                    <a:lnTo>
                      <a:pt x="0" y="236208"/>
                    </a:lnTo>
                    <a:close/>
                    <a:moveTo>
                      <a:pt x="70998" y="147799"/>
                    </a:moveTo>
                    <a:lnTo>
                      <a:pt x="157699" y="147799"/>
                    </a:lnTo>
                    <a:lnTo>
                      <a:pt x="115714" y="16197"/>
                    </a:lnTo>
                    <a:lnTo>
                      <a:pt x="112302" y="16197"/>
                    </a:lnTo>
                    <a:lnTo>
                      <a:pt x="70998" y="147799"/>
                    </a:lnTo>
                    <a:close/>
                  </a:path>
                </a:pathLst>
              </a:custGeom>
              <a:grpFill/>
              <a:ln w="94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08BFFAD-40F1-BE00-EE44-C6A9CBCE2FF0}"/>
              </a:ext>
            </a:extLst>
          </p:cNvPr>
          <p:cNvSpPr txBox="1"/>
          <p:nvPr userDrawn="1"/>
        </p:nvSpPr>
        <p:spPr>
          <a:xfrm>
            <a:off x="3268874" y="6411505"/>
            <a:ext cx="755015" cy="131035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b="0" i="0" u="none" strike="noStrike" noProof="0" dirty="0">
                <a:solidFill>
                  <a:schemeClr val="accent3"/>
                </a:solidFill>
                <a:effectLst/>
              </a:rPr>
              <a:t>© AUMOVIO 2026</a:t>
            </a:r>
            <a:endParaRPr lang="en-US" sz="800" noProof="0" dirty="0">
              <a:solidFill>
                <a:schemeClr val="accent3"/>
              </a:solidFill>
            </a:endParaRPr>
          </a:p>
        </p:txBody>
      </p:sp>
      <p:sp>
        <p:nvSpPr>
          <p:cNvPr id="7" name="empower - DO NOT DELETE!!!" hidden="1">
            <a:extLst>
              <a:ext uri="{FF2B5EF4-FFF2-40B4-BE49-F238E27FC236}">
                <a16:creationId xmlns:a16="http://schemas.microsoft.com/office/drawing/2014/main" id="{E44222E1-35C6-E0A0-6AD7-7A10814D5AE1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701C02-BABA-3272-D84E-5611564D5E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33250" y="6672580"/>
            <a:ext cx="432000" cy="12311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000000">
                    <a:alpha val="50000"/>
                  </a:srgbClr>
                </a:solidFill>
                <a:latin typeface="AUMOVIO Office" panose="020B0502040504020204" pitchFamily="34" charset="0"/>
                <a:ea typeface="AUMOVIO Office" panose="020B0502040504020204" pitchFamily="34" charset="0"/>
                <a:cs typeface="AUMOVIO Office" panose="020B0502040504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4962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6" r:id="rId4"/>
    <p:sldLayoutId id="2147483652" r:id="rId5"/>
    <p:sldLayoutId id="2147483653" r:id="rId6"/>
    <p:sldLayoutId id="2147483654" r:id="rId7"/>
    <p:sldLayoutId id="2147483677" r:id="rId8"/>
    <p:sldLayoutId id="2147483655" r:id="rId9"/>
    <p:sldLayoutId id="2147483656" r:id="rId10"/>
    <p:sldLayoutId id="2147483657" r:id="rId11"/>
    <p:sldLayoutId id="2147483658" r:id="rId12"/>
    <p:sldLayoutId id="2147483678" r:id="rId13"/>
    <p:sldLayoutId id="2147483675" r:id="rId14"/>
    <p:sldLayoutId id="2147483674" r:id="rId15"/>
    <p:sldLayoutId id="2147483672" r:id="rId16"/>
    <p:sldLayoutId id="2147483679" r:id="rId17"/>
    <p:sldLayoutId id="2147483680" r:id="rId18"/>
    <p:sldLayoutId id="2147483673" r:id="rId19"/>
    <p:sldLayoutId id="2147483663" r:id="rId20"/>
    <p:sldLayoutId id="2147483664" r:id="rId21"/>
    <p:sldLayoutId id="2147483681" r:id="rId22"/>
    <p:sldLayoutId id="2147483666" r:id="rId23"/>
    <p:sldLayoutId id="2147483667" r:id="rId24"/>
    <p:sldLayoutId id="2147483671" r:id="rId25"/>
    <p:sldLayoutId id="2147483670" r:id="rId26"/>
    <p:sldLayoutId id="2147483668" r:id="rId27"/>
    <p:sldLayoutId id="2147483669" r:id="rId2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+mn-lt"/>
          <a:ea typeface="AUMOVIO Office" panose="020B0502040504020204" pitchFamily="34" charset="0"/>
          <a:cs typeface="AUMOVIO Office" panose="020B0502040504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35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ymbol" pitchFamily="2" charset="2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47675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◦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lang="en-US" sz="1800" kern="1200" noProof="0" dirty="0">
          <a:solidFill>
            <a:schemeClr val="tx1"/>
          </a:solidFill>
          <a:latin typeface="+mn-lt"/>
          <a:ea typeface="+mn-ea"/>
          <a:cs typeface="+mn-cs"/>
        </a:defRPr>
      </a:lvl6pPr>
      <a:lvl7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633600" indent="-1764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E937C9-FBAE-B46F-C8CB-82BAC715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noProof="0" dirty="0"/>
              <a:t>May 13</a:t>
            </a:r>
            <a:r>
              <a:rPr lang="de-DE" noProof="0" dirty="0"/>
              <a:t>, 2026</a:t>
            </a:r>
            <a:endParaRPr lang="en-US" noProof="0" dirty="0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4DF434E4-616B-68DA-1A6E-E41CDE7D3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Aumovio</a:t>
            </a:r>
            <a:r>
              <a:rPr lang="hu-HU" dirty="0"/>
              <a:t> </a:t>
            </a:r>
            <a:r>
              <a:rPr lang="hu-HU" dirty="0" err="1"/>
              <a:t>Scolarship</a:t>
            </a:r>
            <a:br>
              <a:rPr lang="hu-HU" dirty="0"/>
            </a:br>
            <a:r>
              <a:rPr lang="hu-HU" dirty="0" err="1"/>
              <a:t>Report</a:t>
            </a:r>
            <a:r>
              <a:rPr lang="hu-HU" dirty="0"/>
              <a:t> 2026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8C9B192-A62C-72F6-67F6-16DF6B0EE8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-Ádám Molnár-</a:t>
            </a:r>
          </a:p>
        </p:txBody>
      </p:sp>
    </p:spTree>
    <p:extLst>
      <p:ext uri="{BB962C8B-B14F-4D97-AF65-F5344CB8AC3E}">
        <p14:creationId xmlns:p14="http://schemas.microsoft.com/office/powerpoint/2010/main" val="22367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98FD89-6090-232F-6AD1-39728E0A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696D743-9D9C-9DBB-7EED-1D7C638E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A79F2C0-3D32-C4D9-1900-5509C5C2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B8C5237-3345-1395-9CCA-CC9C7E18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9A5DEFC5-C476-2946-D8BF-43DC3DE44C7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hu-HU" dirty="0"/>
              <a:t>1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88E637AC-EAD8-C2A7-6A67-A9EF4A91C57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hu-HU" dirty="0"/>
              <a:t>Testing in ROS </a:t>
            </a:r>
            <a:r>
              <a:rPr lang="hu-HU" dirty="0" err="1"/>
              <a:t>vs</a:t>
            </a:r>
            <a:r>
              <a:rPr lang="hu-HU" dirty="0"/>
              <a:t> testing in ROS 2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7BA0E2F1-6E01-51C2-2D92-4455405F4BD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hu-HU" dirty="0"/>
              <a:t>2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D0260B8-79A9-2A8E-66CC-18722AAF698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hu-HU" dirty="0"/>
              <a:t>The Testing </a:t>
            </a:r>
            <a:r>
              <a:rPr lang="hu-HU" dirty="0" err="1"/>
              <a:t>Pyramid</a:t>
            </a:r>
            <a:endParaRPr lang="hu-HU" dirty="0"/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9FAA4C94-C80B-6012-D598-6C1303714AA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hu-HU" dirty="0"/>
              <a:t>3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9ACEA55-D6C6-B60A-AB84-1504CFCCEA3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hu-HU"/>
              <a:t>Unit </a:t>
            </a:r>
            <a:r>
              <a:rPr lang="hu-HU" sz="3200"/>
              <a:t>testing</a:t>
            </a:r>
            <a:endParaRPr lang="hu-HU" dirty="0"/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BB0D9526-E176-8BB7-F211-C67F800FC3C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hu-HU" dirty="0"/>
              <a:t>4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3A6BAAE4-3677-E48E-9381-E684EB395C5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hu-HU" sz="3200" dirty="0" err="1"/>
              <a:t>Integration</a:t>
            </a:r>
            <a:r>
              <a:rPr lang="hu-HU" dirty="0"/>
              <a:t> testing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1FD5B05C-6A62-410C-AC57-620E577B1CA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hu-HU" dirty="0"/>
              <a:t>5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7EBE50C7-F456-7275-9D59-22C659BA825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hu-HU" dirty="0"/>
              <a:t>System </a:t>
            </a:r>
            <a:r>
              <a:rPr lang="hu-HU" sz="3200" dirty="0"/>
              <a:t>testing</a:t>
            </a:r>
            <a:endParaRPr lang="hu-HU" dirty="0"/>
          </a:p>
        </p:txBody>
      </p:sp>
      <p:sp>
        <p:nvSpPr>
          <p:cNvPr id="23" name="Szöveg helye 22">
            <a:extLst>
              <a:ext uri="{FF2B5EF4-FFF2-40B4-BE49-F238E27FC236}">
                <a16:creationId xmlns:a16="http://schemas.microsoft.com/office/drawing/2014/main" id="{C7D97CA8-418B-18B6-C536-728D4A6BCB0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4" name="Szöveg helye 23">
            <a:extLst>
              <a:ext uri="{FF2B5EF4-FFF2-40B4-BE49-F238E27FC236}">
                <a16:creationId xmlns:a16="http://schemas.microsoft.com/office/drawing/2014/main" id="{70506BB3-E611-0DC6-038E-B614A99521E2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5" name="Szöveg helye 24">
            <a:extLst>
              <a:ext uri="{FF2B5EF4-FFF2-40B4-BE49-F238E27FC236}">
                <a16:creationId xmlns:a16="http://schemas.microsoft.com/office/drawing/2014/main" id="{9354EA25-26AA-0347-9F45-5898DF31F9E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6" name="Szöveg helye 25">
            <a:extLst>
              <a:ext uri="{FF2B5EF4-FFF2-40B4-BE49-F238E27FC236}">
                <a16:creationId xmlns:a16="http://schemas.microsoft.com/office/drawing/2014/main" id="{D5DC2B82-B6AF-A275-0B63-2A8BD83F503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27" name="Szöveg helye 26">
            <a:extLst>
              <a:ext uri="{FF2B5EF4-FFF2-40B4-BE49-F238E27FC236}">
                <a16:creationId xmlns:a16="http://schemas.microsoft.com/office/drawing/2014/main" id="{CF91169B-2D72-8E53-68DF-7BF91C3FDD36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390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6561C9-A15C-85FB-D2CC-E1964E01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Testing in ROS </a:t>
            </a:r>
            <a:r>
              <a:rPr lang="hu-HU" dirty="0" err="1"/>
              <a:t>vs</a:t>
            </a:r>
            <a:r>
              <a:rPr lang="hu-HU" dirty="0"/>
              <a:t> testing in ROS 2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62342C6-83FD-2029-DFA5-B755FDD2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10F734C-E1C4-5267-80A5-E22DC3E3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PowerPoint Master AUMOVIO</a:t>
            </a:r>
            <a:endParaRPr lang="en-US" noProof="0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A039592-00D4-E1E8-3883-F76E34CE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9976-F1F1-4B61-8A7D-E40EF9C545B2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79C0431-541D-6F57-1B14-5550F8225A7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7437" y="2234818"/>
            <a:ext cx="5689600" cy="3931031"/>
          </a:xfrm>
        </p:spPr>
        <p:txBody>
          <a:bodyPr/>
          <a:lstStyle/>
          <a:p>
            <a:r>
              <a:rPr lang="hu-HU" dirty="0"/>
              <a:t>ROS 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Industry</a:t>
            </a:r>
            <a:r>
              <a:rPr lang="hu-HU" dirty="0"/>
              <a:t> </a:t>
            </a:r>
            <a:r>
              <a:rPr lang="hu-HU" dirty="0" err="1"/>
              <a:t>standards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Pytest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python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Gtest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C++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hu-HU" b="1" dirty="0" err="1"/>
              <a:t>Masterless</a:t>
            </a:r>
            <a:r>
              <a:rPr lang="hu-HU" b="1" dirty="0"/>
              <a:t> </a:t>
            </a:r>
            <a:r>
              <a:rPr lang="hu-HU" b="1" dirty="0" err="1"/>
              <a:t>architecture</a:t>
            </a:r>
            <a:endParaRPr lang="hu-HU" b="1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Nodes</a:t>
            </a:r>
            <a:r>
              <a:rPr lang="hu-HU" dirty="0"/>
              <a:t> </a:t>
            </a:r>
            <a:r>
              <a:rPr lang="hu-HU" dirty="0" err="1"/>
              <a:t>discover</a:t>
            </a:r>
            <a:r>
              <a:rPr lang="hu-HU" dirty="0"/>
              <a:t> </a:t>
            </a:r>
            <a:r>
              <a:rPr lang="hu-HU" dirty="0" err="1"/>
              <a:t>each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dynamically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Easy</a:t>
            </a:r>
            <a:r>
              <a:rPr lang="hu-HU" dirty="0"/>
              <a:t> </a:t>
            </a:r>
            <a:r>
              <a:rPr lang="hu-HU" dirty="0" err="1"/>
              <a:t>isolation</a:t>
            </a:r>
            <a:endParaRPr lang="hu-HU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hu-HU" b="1" dirty="0"/>
              <a:t>OOP design</a:t>
            </a:r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Everything</a:t>
            </a:r>
            <a:r>
              <a:rPr lang="hu-HU" dirty="0"/>
              <a:t> </a:t>
            </a:r>
            <a:r>
              <a:rPr lang="hu-HU" dirty="0" err="1"/>
              <a:t>inherits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„</a:t>
            </a:r>
            <a:r>
              <a:rPr lang="hu-HU" dirty="0" err="1"/>
              <a:t>node</a:t>
            </a:r>
            <a:r>
              <a:rPr lang="hu-HU" dirty="0"/>
              <a:t>” </a:t>
            </a:r>
            <a:r>
              <a:rPr lang="hu-HU" dirty="0" err="1"/>
              <a:t>class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Clean</a:t>
            </a:r>
            <a:r>
              <a:rPr lang="hu-HU" dirty="0"/>
              <a:t> </a:t>
            </a:r>
            <a:r>
              <a:rPr lang="hu-HU" dirty="0" err="1"/>
              <a:t>code</a:t>
            </a:r>
            <a:endParaRPr lang="hu-HU" dirty="0"/>
          </a:p>
          <a:p>
            <a:r>
              <a:rPr lang="hu-HU" dirty="0"/>
              <a:t>	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811BCCF-8EF5-E3EE-156F-385A06696FE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4962" y="2234818"/>
            <a:ext cx="5689600" cy="3931032"/>
          </a:xfrm>
        </p:spPr>
        <p:txBody>
          <a:bodyPr/>
          <a:lstStyle/>
          <a:p>
            <a:r>
              <a:rPr lang="hu-HU" dirty="0"/>
              <a:t>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Custom</a:t>
            </a:r>
            <a:r>
              <a:rPr lang="hu-HU" dirty="0"/>
              <a:t> </a:t>
            </a:r>
            <a:r>
              <a:rPr lang="hu-HU" dirty="0" err="1"/>
              <a:t>framework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/>
              <a:t>Rostest</a:t>
            </a:r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Xml</a:t>
            </a:r>
            <a:r>
              <a:rPr lang="hu-HU" dirty="0"/>
              <a:t> </a:t>
            </a:r>
            <a:r>
              <a:rPr lang="hu-HU" dirty="0" err="1"/>
              <a:t>files</a:t>
            </a:r>
            <a:endParaRPr lang="hu-HU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hu-HU" b="1" dirty="0" err="1"/>
              <a:t>Roscore</a:t>
            </a:r>
            <a:endParaRPr lang="hu-HU" b="1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Central</a:t>
            </a:r>
            <a:r>
              <a:rPr lang="hu-HU" dirty="0"/>
              <a:t> </a:t>
            </a:r>
            <a:r>
              <a:rPr lang="hu-HU" dirty="0" err="1"/>
              <a:t>master</a:t>
            </a:r>
            <a:r>
              <a:rPr lang="hu-HU" dirty="0"/>
              <a:t> </a:t>
            </a:r>
            <a:r>
              <a:rPr lang="hu-HU" dirty="0" err="1"/>
              <a:t>node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Cross-talk</a:t>
            </a:r>
            <a:r>
              <a:rPr lang="hu-HU" dirty="0"/>
              <a:t> </a:t>
            </a:r>
            <a:r>
              <a:rPr lang="hu-HU" dirty="0" err="1"/>
              <a:t>between</a:t>
            </a:r>
            <a:r>
              <a:rPr lang="hu-HU" dirty="0"/>
              <a:t> </a:t>
            </a:r>
            <a:r>
              <a:rPr lang="hu-HU" dirty="0" err="1"/>
              <a:t>tests</a:t>
            </a:r>
            <a:endParaRPr lang="hu-HU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hu-HU" b="1" dirty="0"/>
              <a:t>Global </a:t>
            </a:r>
            <a:r>
              <a:rPr lang="hu-HU" b="1" dirty="0" err="1"/>
              <a:t>states</a:t>
            </a:r>
            <a:endParaRPr lang="hu-HU" b="1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/>
              <a:t>Global </a:t>
            </a:r>
            <a:r>
              <a:rPr lang="hu-HU" dirty="0" err="1"/>
              <a:t>functions</a:t>
            </a:r>
            <a:endParaRPr lang="hu-HU" dirty="0"/>
          </a:p>
          <a:p>
            <a:pPr marL="555625" lvl="2" indent="-285750">
              <a:buFont typeface="Arial" panose="020B0604020202020204" pitchFamily="34" charset="0"/>
              <a:buChar char="•"/>
            </a:pPr>
            <a:r>
              <a:rPr lang="hu-HU" dirty="0" err="1"/>
              <a:t>Difficult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isolate</a:t>
            </a:r>
            <a:r>
              <a:rPr lang="hu-HU" dirty="0"/>
              <a:t> </a:t>
            </a:r>
            <a:r>
              <a:rPr lang="hu-HU" dirty="0" err="1"/>
              <a:t>pieces</a:t>
            </a:r>
            <a:r>
              <a:rPr lang="hu-HU" dirty="0"/>
              <a:t> of </a:t>
            </a:r>
            <a:r>
              <a:rPr lang="hu-HU" dirty="0" err="1"/>
              <a:t>code</a:t>
            </a:r>
            <a:r>
              <a:rPr lang="hu-HU" dirty="0"/>
              <a:t>	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lvl="1" indent="-285750"/>
            <a:endParaRPr lang="hu-HU" dirty="0"/>
          </a:p>
          <a:p>
            <a:endParaRPr lang="hu-HU" dirty="0"/>
          </a:p>
        </p:txBody>
      </p:sp>
      <p:pic>
        <p:nvPicPr>
          <p:cNvPr id="9" name="Tartalom helye 6">
            <a:extLst>
              <a:ext uri="{FF2B5EF4-FFF2-40B4-BE49-F238E27FC236}">
                <a16:creationId xmlns:a16="http://schemas.microsoft.com/office/drawing/2014/main" id="{F9A72531-544E-D41D-2BD1-F3EB9FC42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638" y="729007"/>
            <a:ext cx="6264724" cy="115956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5CE6ED8F-48FD-81F6-D504-41E6ED11A6E9}"/>
              </a:ext>
            </a:extLst>
          </p:cNvPr>
          <p:cNvSpPr txBox="1"/>
          <p:nvPr/>
        </p:nvSpPr>
        <p:spPr>
          <a:xfrm>
            <a:off x="8870980" y="1750071"/>
            <a:ext cx="17921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dirty="0" err="1"/>
              <a:t>Source</a:t>
            </a:r>
            <a:r>
              <a:rPr lang="hu-HU" sz="1200" dirty="0"/>
              <a:t>: www.swri.org</a:t>
            </a:r>
          </a:p>
        </p:txBody>
      </p:sp>
    </p:spTree>
    <p:extLst>
      <p:ext uri="{BB962C8B-B14F-4D97-AF65-F5344CB8AC3E}">
        <p14:creationId xmlns:p14="http://schemas.microsoft.com/office/powerpoint/2010/main" val="229429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84658E78-88EF-8B50-1ACE-FA193CC9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Testing </a:t>
            </a:r>
            <a:r>
              <a:rPr lang="hu-HU" dirty="0" err="1"/>
              <a:t>Pyramid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3658FEA-1B02-8C99-6CFD-52640294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96025DD-C682-2D9B-3D9E-DDE5EA06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319" y="1920627"/>
            <a:ext cx="4010585" cy="3858163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9124232C-C527-056C-5442-353BCFB48C20}"/>
              </a:ext>
            </a:extLst>
          </p:cNvPr>
          <p:cNvSpPr txBox="1"/>
          <p:nvPr/>
        </p:nvSpPr>
        <p:spPr>
          <a:xfrm>
            <a:off x="667096" y="2418548"/>
            <a:ext cx="61031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1" dirty="0"/>
              <a:t>Unit </a:t>
            </a:r>
            <a:r>
              <a:rPr lang="hu-HU" sz="1800" b="1" dirty="0" err="1"/>
              <a:t>Tests</a:t>
            </a:r>
            <a:r>
              <a:rPr lang="hu-HU" sz="1800" b="1" dirty="0"/>
              <a:t> (The </a:t>
            </a:r>
            <a:r>
              <a:rPr lang="hu-HU" sz="1800" b="1" dirty="0" err="1"/>
              <a:t>Foundation</a:t>
            </a:r>
            <a:r>
              <a:rPr lang="hu-HU" sz="18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Integration Tests (Connecting the Blocks)</a:t>
            </a:r>
            <a:endParaRPr lang="hu-HU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1" dirty="0"/>
              <a:t>E2E (End-</a:t>
            </a:r>
            <a:r>
              <a:rPr lang="hu-HU" sz="1800" b="1" dirty="0" err="1"/>
              <a:t>to</a:t>
            </a:r>
            <a:r>
              <a:rPr lang="hu-HU" sz="1800" b="1" dirty="0"/>
              <a:t>-End) </a:t>
            </a:r>
            <a:r>
              <a:rPr lang="hu-HU" sz="1800" b="1" dirty="0" err="1"/>
              <a:t>Tests</a:t>
            </a:r>
            <a:endParaRPr lang="hu-HU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b="1" dirty="0" err="1"/>
              <a:t>Manual</a:t>
            </a:r>
            <a:r>
              <a:rPr lang="hu-HU" sz="1800" b="1" dirty="0"/>
              <a:t> </a:t>
            </a:r>
            <a:r>
              <a:rPr lang="hu-HU" sz="1800" b="1" dirty="0" err="1"/>
              <a:t>Tests</a:t>
            </a:r>
            <a:endParaRPr lang="hu-HU" sz="1800" b="1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46B28E3E-5CFE-F25C-780F-78E61DC778B3}"/>
              </a:ext>
            </a:extLst>
          </p:cNvPr>
          <p:cNvSpPr txBox="1"/>
          <p:nvPr/>
        </p:nvSpPr>
        <p:spPr>
          <a:xfrm>
            <a:off x="8606293" y="5778790"/>
            <a:ext cx="1826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dirty="0" err="1"/>
              <a:t>Source</a:t>
            </a:r>
            <a:r>
              <a:rPr lang="hu-HU" sz="1200" dirty="0"/>
              <a:t>: circleci.com</a:t>
            </a:r>
          </a:p>
        </p:txBody>
      </p:sp>
    </p:spTree>
    <p:extLst>
      <p:ext uri="{BB962C8B-B14F-4D97-AF65-F5344CB8AC3E}">
        <p14:creationId xmlns:p14="http://schemas.microsoft.com/office/powerpoint/2010/main" val="19568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5EAE3E4B-5399-EC4C-5D58-0C5F3AE5E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Unit </a:t>
            </a:r>
            <a:r>
              <a:rPr lang="hu-HU" sz="4800" dirty="0"/>
              <a:t>testing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09178CB-BEE1-01BB-1515-80D1CEA7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13C909-2A06-1DE1-E80F-902F2FF7ECDD}"/>
              </a:ext>
            </a:extLst>
          </p:cNvPr>
          <p:cNvSpPr txBox="1"/>
          <p:nvPr/>
        </p:nvSpPr>
        <p:spPr>
          <a:xfrm>
            <a:off x="334961" y="2377241"/>
            <a:ext cx="61161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Goal of Unit Tests:</a:t>
            </a:r>
            <a:endParaRPr lang="hu-HU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/>
              <a:t>i</a:t>
            </a:r>
            <a:r>
              <a:rPr lang="en-US" dirty="0" err="1"/>
              <a:t>solate</a:t>
            </a:r>
            <a:r>
              <a:rPr lang="en-US" dirty="0"/>
              <a:t> core logic</a:t>
            </a:r>
            <a:r>
              <a:rPr lang="hu-HU" dirty="0"/>
              <a:t> </a:t>
            </a:r>
            <a:r>
              <a:rPr lang="en-US" dirty="0"/>
              <a:t>completely</a:t>
            </a:r>
            <a:br>
              <a:rPr lang="hu-HU" dirty="0"/>
            </a:br>
            <a:r>
              <a:rPr lang="en-US" dirty="0"/>
              <a:t>from the ROS middleware</a:t>
            </a:r>
            <a:endParaRPr lang="hu-H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Tests run in milliseconds providing </a:t>
            </a:r>
            <a:br>
              <a:rPr lang="hu-HU" dirty="0"/>
            </a:br>
            <a:r>
              <a:rPr lang="en-US" dirty="0"/>
              <a:t>instant feedback on code correctness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  <a:p>
            <a:r>
              <a:rPr lang="hu-HU" b="1" dirty="0" err="1"/>
              <a:t>Mocking</a:t>
            </a:r>
            <a:r>
              <a:rPr lang="hu-HU" b="1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Simulating the behavior of ROS objects</a:t>
            </a:r>
            <a:br>
              <a:rPr lang="hu-HU" dirty="0"/>
            </a:br>
            <a:r>
              <a:rPr lang="en-US" dirty="0"/>
              <a:t>without actually creating a ROS network.</a:t>
            </a:r>
            <a:endParaRPr lang="hu-H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dirty="0"/>
              <a:t>ROS : Global </a:t>
            </a:r>
            <a:r>
              <a:rPr lang="hu-HU" dirty="0" err="1"/>
              <a:t>functions</a:t>
            </a:r>
            <a:r>
              <a:rPr lang="hu-HU" dirty="0"/>
              <a:t> -&gt; </a:t>
            </a:r>
            <a:r>
              <a:rPr lang="hu-HU" dirty="0" err="1"/>
              <a:t>easier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mock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5F7431B8-282B-B8B6-A112-DD941C50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391" y="1212655"/>
            <a:ext cx="4779465" cy="4432690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8FAE3E52-CA6F-DA99-DFFF-CFF17C5BBE36}"/>
              </a:ext>
            </a:extLst>
          </p:cNvPr>
          <p:cNvSpPr txBox="1"/>
          <p:nvPr/>
        </p:nvSpPr>
        <p:spPr>
          <a:xfrm>
            <a:off x="8036984" y="5847565"/>
            <a:ext cx="2262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dirty="0" err="1"/>
              <a:t>Source</a:t>
            </a:r>
            <a:r>
              <a:rPr lang="hu-HU" sz="1200" dirty="0"/>
              <a:t>: testgrid.io</a:t>
            </a:r>
          </a:p>
        </p:txBody>
      </p:sp>
    </p:spTree>
    <p:extLst>
      <p:ext uri="{BB962C8B-B14F-4D97-AF65-F5344CB8AC3E}">
        <p14:creationId xmlns:p14="http://schemas.microsoft.com/office/powerpoint/2010/main" val="332950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1F34A86F-AFC8-9D86-0050-620F8837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 dirty="0" err="1"/>
              <a:t>Integration</a:t>
            </a:r>
            <a:r>
              <a:rPr lang="hu-HU" dirty="0"/>
              <a:t> testing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0DEF061-469C-3344-D1B8-EBFE9B3B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42C2408-FCF1-D389-B6D7-7AD3C5551A1D}"/>
              </a:ext>
            </a:extLst>
          </p:cNvPr>
          <p:cNvSpPr txBox="1"/>
          <p:nvPr/>
        </p:nvSpPr>
        <p:spPr>
          <a:xfrm>
            <a:off x="334961" y="2100242"/>
            <a:ext cx="61247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 err="1"/>
              <a:t>Tests</a:t>
            </a:r>
            <a:r>
              <a:rPr lang="hu-HU" b="1" dirty="0"/>
              <a:t> </a:t>
            </a:r>
            <a:r>
              <a:rPr lang="hu-HU" b="1" dirty="0" err="1"/>
              <a:t>communication</a:t>
            </a:r>
            <a:r>
              <a:rPr lang="hu-HU" b="1" dirty="0"/>
              <a:t> </a:t>
            </a:r>
            <a:r>
              <a:rPr lang="hu-HU" b="1" dirty="0" err="1"/>
              <a:t>between</a:t>
            </a:r>
            <a:r>
              <a:rPr lang="hu-HU" b="1" dirty="0"/>
              <a:t> </a:t>
            </a:r>
            <a:r>
              <a:rPr lang="hu-HU" b="1" dirty="0" err="1"/>
              <a:t>nodes</a:t>
            </a:r>
            <a:endParaRPr lang="hu-HU" b="1" dirty="0"/>
          </a:p>
          <a:p>
            <a:endParaRPr lang="hu-HU" dirty="0"/>
          </a:p>
          <a:p>
            <a:r>
              <a:rPr lang="hu-HU" b="1" dirty="0"/>
              <a:t>Real </a:t>
            </a:r>
            <a:r>
              <a:rPr lang="hu-HU" b="1" dirty="0" err="1"/>
              <a:t>Middleware</a:t>
            </a:r>
            <a:r>
              <a:rPr lang="hu-HU" b="1" dirty="0"/>
              <a:t>, </a:t>
            </a:r>
            <a:r>
              <a:rPr lang="hu-HU" b="1" dirty="0" err="1"/>
              <a:t>Fake</a:t>
            </a:r>
            <a:r>
              <a:rPr lang="hu-HU" b="1" dirty="0"/>
              <a:t> Hardware</a:t>
            </a:r>
          </a:p>
          <a:p>
            <a:endParaRPr lang="hu-HU" dirty="0"/>
          </a:p>
          <a:p>
            <a:r>
              <a:rPr lang="hu-HU" b="1" dirty="0" err="1"/>
              <a:t>Language</a:t>
            </a:r>
            <a:r>
              <a:rPr lang="hu-HU" b="1" dirty="0"/>
              <a:t> </a:t>
            </a:r>
            <a:r>
              <a:rPr lang="hu-HU" b="1" dirty="0" err="1"/>
              <a:t>independent</a:t>
            </a:r>
            <a:endParaRPr lang="hu-HU" b="1" dirty="0"/>
          </a:p>
          <a:p>
            <a:endParaRPr lang="hu-HU" dirty="0"/>
          </a:p>
          <a:p>
            <a:r>
              <a:rPr lang="hu-HU" b="1" dirty="0"/>
              <a:t>ROS: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XML-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launch</a:t>
            </a:r>
            <a:r>
              <a:rPr lang="hu-HU" dirty="0"/>
              <a:t> </a:t>
            </a:r>
            <a:r>
              <a:rPr lang="hu-HU" dirty="0" err="1"/>
              <a:t>files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Use</a:t>
            </a:r>
            <a:r>
              <a:rPr lang="hu-HU" dirty="0"/>
              <a:t> of </a:t>
            </a:r>
            <a:r>
              <a:rPr lang="hu-HU" dirty="0" err="1"/>
              <a:t>roscore</a:t>
            </a:r>
            <a:r>
              <a:rPr lang="hu-HU" dirty="0"/>
              <a:t> – </a:t>
            </a:r>
            <a:r>
              <a:rPr lang="hu-HU" dirty="0" err="1"/>
              <a:t>slower</a:t>
            </a:r>
            <a:r>
              <a:rPr lang="hu-HU" dirty="0"/>
              <a:t> </a:t>
            </a:r>
            <a:r>
              <a:rPr lang="hu-HU" dirty="0" err="1"/>
              <a:t>tests</a:t>
            </a:r>
            <a:endParaRPr lang="hu-HU" dirty="0"/>
          </a:p>
          <a:p>
            <a:r>
              <a:rPr lang="hu-HU" b="1" dirty="0"/>
              <a:t>ROS 2: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/>
              <a:t>Pure</a:t>
            </a:r>
            <a:r>
              <a:rPr lang="hu-HU" dirty="0"/>
              <a:t> </a:t>
            </a:r>
            <a:r>
              <a:rPr lang="hu-HU" dirty="0" err="1"/>
              <a:t>python</a:t>
            </a:r>
            <a:r>
              <a:rPr lang="hu-HU" dirty="0"/>
              <a:t> </a:t>
            </a:r>
            <a:r>
              <a:rPr lang="hu-HU" dirty="0" err="1"/>
              <a:t>framework</a:t>
            </a:r>
            <a:endParaRPr lang="hu-H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deterministic control over node lifecycles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9CC41CBB-F9F7-1018-08EE-6BD11E4EE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94" y="1928603"/>
            <a:ext cx="3477110" cy="3000794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4671D9D9-4EC2-FF8F-6202-2B71729D2830}"/>
              </a:ext>
            </a:extLst>
          </p:cNvPr>
          <p:cNvSpPr txBox="1"/>
          <p:nvPr/>
        </p:nvSpPr>
        <p:spPr>
          <a:xfrm>
            <a:off x="7766554" y="5239563"/>
            <a:ext cx="31809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dirty="0" err="1"/>
              <a:t>Source</a:t>
            </a:r>
            <a:r>
              <a:rPr lang="hu-HU" sz="1200" dirty="0"/>
              <a:t>: geeksforgeeks.com</a:t>
            </a:r>
          </a:p>
        </p:txBody>
      </p:sp>
    </p:spTree>
    <p:extLst>
      <p:ext uri="{BB962C8B-B14F-4D97-AF65-F5344CB8AC3E}">
        <p14:creationId xmlns:p14="http://schemas.microsoft.com/office/powerpoint/2010/main" val="227978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6E376876-0113-6ED3-4DE8-5EE25EA3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System </a:t>
            </a:r>
            <a:r>
              <a:rPr lang="hu-HU" sz="4800" dirty="0"/>
              <a:t>testing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DE247FA-09EB-4429-7B26-FCCAB68BB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 dirty="0"/>
              <a:t>May 13</a:t>
            </a:r>
            <a:r>
              <a:rPr lang="de-DE" dirty="0"/>
              <a:t>, 2026</a:t>
            </a:r>
            <a:endParaRPr lang="en-US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A149C333-E6DB-7F98-966D-594BE80A2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75" y="2530125"/>
            <a:ext cx="4401164" cy="2867425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CA06F17B-CECE-26DC-E97D-16E6D55E6860}"/>
              </a:ext>
            </a:extLst>
          </p:cNvPr>
          <p:cNvSpPr txBox="1"/>
          <p:nvPr/>
        </p:nvSpPr>
        <p:spPr>
          <a:xfrm>
            <a:off x="334961" y="2117179"/>
            <a:ext cx="61031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/>
              <a:t>Works like a </a:t>
            </a:r>
            <a:r>
              <a:rPr lang="hu-HU" b="1" dirty="0" err="1"/>
              <a:t>big</a:t>
            </a:r>
            <a:r>
              <a:rPr lang="hu-HU" b="1" dirty="0"/>
              <a:t> </a:t>
            </a:r>
            <a:r>
              <a:rPr lang="hu-HU" b="1" dirty="0" err="1"/>
              <a:t>integraion</a:t>
            </a:r>
            <a:r>
              <a:rPr lang="hu-HU" b="1" dirty="0"/>
              <a:t> test</a:t>
            </a:r>
          </a:p>
          <a:p>
            <a:endParaRPr lang="hu-HU" dirty="0"/>
          </a:p>
          <a:p>
            <a:r>
              <a:rPr lang="hu-HU" b="1" dirty="0" err="1"/>
              <a:t>Scope</a:t>
            </a:r>
            <a:r>
              <a:rPr lang="hu-HU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Testing the entire software architecture—perception, planning, and control—</a:t>
            </a:r>
            <a:br>
              <a:rPr lang="hu-HU" dirty="0"/>
            </a:br>
            <a:r>
              <a:rPr lang="en-US" dirty="0"/>
              <a:t>working together as a single entity.</a:t>
            </a:r>
            <a:endParaRPr lang="hu-HU" dirty="0"/>
          </a:p>
          <a:p>
            <a:pPr lvl="1"/>
            <a:endParaRPr lang="hu-HU" dirty="0"/>
          </a:p>
          <a:p>
            <a:r>
              <a:rPr lang="hu-HU" b="1" dirty="0" err="1"/>
              <a:t>Mission-Level</a:t>
            </a:r>
            <a:r>
              <a:rPr lang="hu-HU" b="1" dirty="0"/>
              <a:t> </a:t>
            </a:r>
            <a:r>
              <a:rPr lang="hu-HU" b="1" dirty="0" err="1"/>
              <a:t>Assessment</a:t>
            </a:r>
            <a:r>
              <a:rPr lang="hu-HU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/>
              <a:t>1 test 1 </a:t>
            </a:r>
            <a:r>
              <a:rPr lang="hu-HU" dirty="0" err="1"/>
              <a:t>scenario</a:t>
            </a:r>
            <a:r>
              <a:rPr lang="hu-HU" dirty="0"/>
              <a:t> 	</a:t>
            </a:r>
          </a:p>
          <a:p>
            <a:pPr lvl="1"/>
            <a:endParaRPr lang="hu-HU" b="1" dirty="0"/>
          </a:p>
          <a:p>
            <a:r>
              <a:rPr lang="hu-HU" b="1" dirty="0"/>
              <a:t>The </a:t>
            </a:r>
            <a:r>
              <a:rPr lang="hu-HU" b="1" dirty="0" err="1"/>
              <a:t>Ultimate</a:t>
            </a:r>
            <a:r>
              <a:rPr lang="hu-HU" b="1" dirty="0"/>
              <a:t> </a:t>
            </a:r>
            <a:r>
              <a:rPr lang="hu-HU" b="1" dirty="0" err="1"/>
              <a:t>Safety</a:t>
            </a:r>
            <a:r>
              <a:rPr lang="hu-HU" b="1" dirty="0"/>
              <a:t> Net</a:t>
            </a:r>
          </a:p>
          <a:p>
            <a:pPr lvl="1"/>
            <a:endParaRPr lang="hu-HU" u="sng" dirty="0"/>
          </a:p>
          <a:p>
            <a:endParaRPr lang="hu-HU" u="sng" dirty="0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A4B32E1-7B04-FF56-616B-3DF6FEDA94FF}"/>
              </a:ext>
            </a:extLst>
          </p:cNvPr>
          <p:cNvSpPr txBox="1"/>
          <p:nvPr/>
        </p:nvSpPr>
        <p:spPr>
          <a:xfrm>
            <a:off x="7679891" y="5533499"/>
            <a:ext cx="28529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dirty="0" err="1"/>
              <a:t>Source</a:t>
            </a:r>
            <a:r>
              <a:rPr lang="hu-HU" sz="1200" dirty="0"/>
              <a:t>: blog.nashtechglobal.com</a:t>
            </a:r>
          </a:p>
        </p:txBody>
      </p:sp>
    </p:spTree>
    <p:extLst>
      <p:ext uri="{BB962C8B-B14F-4D97-AF65-F5344CB8AC3E}">
        <p14:creationId xmlns:p14="http://schemas.microsoft.com/office/powerpoint/2010/main" val="105766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E8DEFA-8BB6-8E61-2510-52C02868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7200" dirty="0" err="1"/>
              <a:t>Thank</a:t>
            </a:r>
            <a:r>
              <a:rPr lang="hu-HU" sz="7200" dirty="0"/>
              <a:t> </a:t>
            </a:r>
            <a:r>
              <a:rPr lang="hu-HU" sz="7200" dirty="0" err="1"/>
              <a:t>you</a:t>
            </a:r>
            <a:r>
              <a:rPr lang="hu-HU" sz="7200" dirty="0"/>
              <a:t> </a:t>
            </a:r>
            <a:r>
              <a:rPr lang="hu-HU" sz="7200" dirty="0" err="1"/>
              <a:t>for</a:t>
            </a:r>
            <a:r>
              <a:rPr lang="hu-HU" sz="7200" dirty="0"/>
              <a:t> </a:t>
            </a:r>
            <a:r>
              <a:rPr lang="hu-HU" sz="7200" dirty="0" err="1"/>
              <a:t>your</a:t>
            </a:r>
            <a:r>
              <a:rPr lang="hu-HU" sz="7200" dirty="0"/>
              <a:t> </a:t>
            </a:r>
            <a:r>
              <a:rPr lang="hu-HU" sz="7200" dirty="0" err="1"/>
              <a:t>attention</a:t>
            </a:r>
            <a:endParaRPr lang="hu-HU" sz="720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90B11EB-3D80-1273-958A-2B551BF82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 would be happy to answer any questions.</a:t>
            </a:r>
          </a:p>
          <a:p>
            <a:endParaRPr lang="hu-HU" dirty="0"/>
          </a:p>
        </p:txBody>
      </p:sp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1FC36785-467E-A67B-A648-4FE22564F465}"/>
              </a:ext>
            </a:extLst>
          </p:cNvPr>
          <p:cNvCxnSpPr>
            <a:cxnSpLocks/>
          </p:cNvCxnSpPr>
          <p:nvPr/>
        </p:nvCxnSpPr>
        <p:spPr>
          <a:xfrm>
            <a:off x="334963" y="3420374"/>
            <a:ext cx="80412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253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/////wUAzgsAAAAAAAAAAAAAIAD///////////////8AAAD///////////////8DAAAAAgD///////8DAAAAAgD///////8DAAAAAw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yFWQAb2T4lIno241HEBUJ0EAAAAAAADAAAAAAADAAAAAwADAAAAAAADAAAAAwADAAUA////////BQAAAAMAEAAL1lyQPkfb5kWWGGg+ISbf+wQAAAABAAMAAAACAAMAAAAEAAMAAAACAAMAAAAEAAMAAAAAAP///////wMAAAAAAP///////wMAAAAAAP///////wQAAgD///////8FAAAABAAQAAtuFJiVZrY3R4l/X+a50W6v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CwOAAAAAAAAAAAAAP////+dAJ0AAAAFX2lkABAAAAAEIVZABvZPiUiejbjUcQFQnQNEYXRhACoAAAAIUHJlc2VudGF0aW9uU2Nhbm5lZEZvckxpbmtlZFNoYXBlcwABAAJOYW1lACQAAABMaW5rZWRTaGFwZVByZXNlbnRhdGlvblNldHRpbmdzRGF0YQAQVmVyc2lvbgAAAAAACUxhc3RXcml0ZQAawWB7mAEAAAABAP////+DAIMAAAAFX2lkABAAAAAE1lyQPkfb5kWWGGg+ISbf+wNEYXRhABsAAAAETGlua2VkU2hhcGVEYXRhAAUAAAAAAAJOYW1lABkAAABMaW5rZWRTaGFwZXNEYXRhUHJvcGVydHkAEFZlcnNpb24AAQAAAAlMYXN0V3JpdGUAS+H0fZgBAAAAAgD/////gwCDAAAABV9pZAAQAAAABG4UmJVmtjdHiX9f5rnRbq8DRGF0YQAbAAAABExpbmtlZFNoYXBlRGF0YQAFAAAAAAACTmFtZQAZAAAATGlua2VkU2hhcGVzRGF0YVByb3BlcnR5ABBWZXJzaW9uAAAAAAAJTGFzdFdyaXRlAN7AYHuY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lCwAAAAAAAAAAAAAgAf///////////////wAAAP///////////////wUAAAACAP///////wUAAAAC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EAAUAAAAAAAUAAAAEAAMABQEDAAAAAwD///////8aAAZMaW5rZWRTaGFwZXNEYXRhUHJvcGVydHlfMQQAAAABAAUAAAAEAAUAAAABAAUAAAAEAP///////wUAAAAAAP///////wUAAAAAAP///////wUAAAAAAP///////wQAAgEDAAAABAD///////8aAAZMaW5rZWRTaGFwZXNEYXRhUHJvcGVydHlfMAQAAAACAAUAAAACAAUAAAADAAUAAAAC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900566573639010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MATCH_COLOR_SCHEME" val="False"/>
  <p:tag name="MIO_NUMBER_OF_VALID_LAYOUTS" val="28"/>
  <p:tag name="MIO_DBID" val="28AD0E67-88F4-4826-B6CB-8EA6DE4EF11B"/>
  <p:tag name="MIO_OBJECTNAME" val="AUMOVIO"/>
  <p:tag name="MIO_SKIPVERSION" val="01.01.0001 00:00:00"/>
  <p:tag name="MIO_FALLBACK_LAYOUT" val="14"/>
  <p:tag name="MIO_EMBED_FONT" val="True"/>
  <p:tag name="MIO_EKGUID" val="f59cb9b1-d115-460b-8de0-0b4a06b74de4"/>
  <p:tag name="MIO_VERSION" val="12.03.2026 13:02:01"/>
  <p:tag name="MIO_LASTDOWNLOADED" val="16.03.2026 15:07:25.768"/>
  <p:tag name="MIO_CONTENTTAG" val="f/mWXPlonkew1Mp9etQ39A=="/>
  <p:tag name="MIO_CDID" val="d6c2e2df-80d2-474e-adcc-560a66439f5b"/>
</p:tagLst>
</file>

<file path=ppt/theme/theme1.xml><?xml version="1.0" encoding="utf-8"?>
<a:theme xmlns:a="http://schemas.openxmlformats.org/drawingml/2006/main" name="AUMOVIO 2026">
  <a:themeElements>
    <a:clrScheme name="Benutzerdefiniert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4208"/>
      </a:accent1>
      <a:accent2>
        <a:srgbClr val="FFB7A1"/>
      </a:accent2>
      <a:accent3>
        <a:srgbClr val="4827AF"/>
      </a:accent3>
      <a:accent4>
        <a:srgbClr val="A08AE5"/>
      </a:accent4>
      <a:accent5>
        <a:srgbClr val="18A9E7"/>
      </a:accent5>
      <a:accent6>
        <a:srgbClr val="A3DDF4"/>
      </a:accent6>
      <a:hlink>
        <a:srgbClr val="4827AF"/>
      </a:hlink>
      <a:folHlink>
        <a:srgbClr val="4827AF"/>
      </a:folHlink>
    </a:clrScheme>
    <a:fontScheme name="AUMOVIO Office 2025">
      <a:majorFont>
        <a:latin typeface="AUMOVIO Office"/>
        <a:ea typeface=""/>
        <a:cs typeface=""/>
      </a:majorFont>
      <a:minorFont>
        <a:latin typeface="AUMOVI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Orange500">
      <a:srgbClr val="DA3806"/>
    </a:custClr>
    <a:custClr name="Purple500">
      <a:srgbClr val="341C7D"/>
    </a:custClr>
    <a:custClr name="Blue500">
      <a:srgbClr val="1B8DBE"/>
    </a:custClr>
    <a:custClr name="Turquoise500">
      <a:srgbClr val="16B69E"/>
    </a:custClr>
    <a:custClr name="Yellow500">
      <a:srgbClr val="AEA633"/>
    </a:custClr>
    <a:custClr name="Grey500">
      <a:srgbClr val="78787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movio-Orange">
      <a:srgbClr val="FF4208"/>
    </a:custClr>
    <a:custClr name="Aumovio-Purple">
      <a:srgbClr val="4827AF"/>
    </a:custClr>
    <a:custClr name="Blue400">
      <a:srgbClr val="18A9E7"/>
    </a:custClr>
    <a:custClr name="Turquoise400">
      <a:srgbClr val="12CAAE"/>
    </a:custClr>
    <a:custClr name="Yellow400">
      <a:srgbClr val="CEC43A"/>
    </a:custClr>
    <a:custClr name="Grey400">
      <a:srgbClr val="AAAAA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300">
      <a:srgbClr val="FF693B"/>
    </a:custClr>
    <a:custClr name="Purple300">
      <a:srgbClr val="5C37D2"/>
    </a:custClr>
    <a:custClr name="Blue300">
      <a:srgbClr val="46BAEC"/>
    </a:custClr>
    <a:custClr name="Turquoise300">
      <a:srgbClr val="12E3C3"/>
    </a:custClr>
    <a:custClr name="Yellow300">
      <a:srgbClr val="D8D063"/>
    </a:custClr>
    <a:custClr name="Grey300">
      <a:srgbClr val="C8C8C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200">
      <a:srgbClr val="FF906E"/>
    </a:custClr>
    <a:custClr name="Purple200">
      <a:srgbClr val="7E60DC"/>
    </a:custClr>
    <a:custClr name="Blue200">
      <a:srgbClr val="75CCF0"/>
    </a:custClr>
    <a:custClr name="Turquoise200">
      <a:srgbClr val="68F3DE"/>
    </a:custClr>
    <a:custClr name="Yellow200">
      <a:srgbClr val="E2DD8C"/>
    </a:custClr>
    <a:custClr name="Grey2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100">
      <a:srgbClr val="FFB7A1"/>
    </a:custClr>
    <a:custClr name="Purple100">
      <a:srgbClr val="A08AE5"/>
    </a:custClr>
    <a:custClr name="Blue100">
      <a:srgbClr val="A3DDF5"/>
    </a:custClr>
    <a:custClr name="Turquoise100">
      <a:srgbClr val="A1F7EA"/>
    </a:custClr>
    <a:custClr name="Yellow100">
      <a:srgbClr val="ECE9B5"/>
    </a:custClr>
    <a:custClr name="Grey100">
      <a:srgbClr val="F0F0F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Default Theme.pptx" id="{5A9FEC47-6116-4A52-BCE0-CA9D08979EBD}" vid="{0E7C748F-938C-4C07-85FA-2C71DD59025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9a19f9-1370-49aa-8419-edeb097a92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60C263E13F23C41A1248C3AF0C9E1D6" ma:contentTypeVersion="11" ma:contentTypeDescription="Új dokumentum létrehozása." ma:contentTypeScope="" ma:versionID="0b6451e68b1e5ffd7589b4970a6e617a">
  <xsd:schema xmlns:xsd="http://www.w3.org/2001/XMLSchema" xmlns:xs="http://www.w3.org/2001/XMLSchema" xmlns:p="http://schemas.microsoft.com/office/2006/metadata/properties" xmlns:ns2="8e9a19f9-1370-49aa-8419-edeb097a9295" targetNamespace="http://schemas.microsoft.com/office/2006/metadata/properties" ma:root="true" ma:fieldsID="6ea0c9ed2ed997dabd8d225a6e0cfc7b" ns2:_="">
    <xsd:import namespace="8e9a19f9-1370-49aa-8419-edeb097a92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a19f9-1370-49aa-8419-edeb097a92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Képcímkék" ma:readOnly="false" ma:fieldId="{5cf76f15-5ced-4ddc-b409-7134ff3c332f}" ma:taxonomyMulti="true" ma:sspId="cf65dbe0-c01c-4ddf-84ec-9937ca6742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95D870-CAFD-4BFD-8D26-73009E4A115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b20ea1a6-ac33-4a38-8d5f-f387f3a78e16"/>
    <ds:schemaRef ds:uri="09be40bf-1bad-46a5-be7b-971a76791ad1"/>
    <ds:schemaRef ds:uri="http://www.w3.org/XML/1998/namespace"/>
    <ds:schemaRef ds:uri="http://purl.org/dc/dcmitype/"/>
    <ds:schemaRef ds:uri="8e9a19f9-1370-49aa-8419-edeb097a9295"/>
  </ds:schemaRefs>
</ds:datastoreItem>
</file>

<file path=customXml/itemProps2.xml><?xml version="1.0" encoding="utf-8"?>
<ds:datastoreItem xmlns:ds="http://schemas.openxmlformats.org/officeDocument/2006/customXml" ds:itemID="{A22DD601-DBEF-40DF-9CA0-C57516E2F6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426197-220D-47ED-8915-034D1277FD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9a19f9-1370-49aa-8419-edeb097a92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e753c2c-bb14-4786-921b-97c6a6fc424f}" enabled="1" method="Privileged" siteId="{3bd97919-57c3-48d3-9e9a-8e4c01614a8f}" removed="0"/>
  <clbl:label id="{8d4b558f-7b2e-40ba-ad1f-e04d79e6265a}" enabled="0" method="" siteId="{8d4b558f-7b2e-40ba-ad1f-e04d79e6265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214</TotalTime>
  <Words>330</Words>
  <Application>Microsoft Office PowerPoint</Application>
  <PresentationFormat>Szélesvásznú</PresentationFormat>
  <Paragraphs>97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AUMOVIO Office</vt:lpstr>
      <vt:lpstr>Symbol</vt:lpstr>
      <vt:lpstr>AUMOVIO 2026</vt:lpstr>
      <vt:lpstr>Aumovio Scolarship Report 2026</vt:lpstr>
      <vt:lpstr>Agenda</vt:lpstr>
      <vt:lpstr>Testing in ROS vs testing in ROS 2</vt:lpstr>
      <vt:lpstr>The Testing Pyramid</vt:lpstr>
      <vt:lpstr>Unit testing</vt:lpstr>
      <vt:lpstr>Integration testing</vt:lpstr>
      <vt:lpstr>System testing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Vadasz, Andras Laszlo</dc:creator>
  <cp:lastModifiedBy>Molnár Ádám</cp:lastModifiedBy>
  <cp:revision>13</cp:revision>
  <dcterms:created xsi:type="dcterms:W3CDTF">2026-04-20T14:25:43Z</dcterms:created>
  <dcterms:modified xsi:type="dcterms:W3CDTF">2026-04-26T16:01:50Z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0x010100860C263E13F23C41A1248C3AF0C9E1D6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AUMOVIO 2026:11</vt:lpwstr>
  </property>
  <property fmtid="{D5CDD505-2E9C-101B-9397-08002B2CF9AE}" pid="5" name="ClassificationContentMarkingFooterText">
    <vt:lpwstr>Internal</vt:lpwstr>
  </property>
</Properties>
</file>